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232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689937-F0BC-47C0-B910-B65D0DDB314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112A796-BCCB-4CFD-843E-4AE0505B5CC7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C097FFA3-38C9-4747-9CA7-E86112AADA5A}" type="parTrans" cxnId="{6FBE67E5-B4BD-4D8C-8309-7637062042B8}">
      <dgm:prSet/>
      <dgm:spPr/>
      <dgm:t>
        <a:bodyPr/>
        <a:lstStyle/>
        <a:p>
          <a:pPr latinLnBrk="1"/>
          <a:endParaRPr lang="ko-KR" altLang="en-US"/>
        </a:p>
      </dgm:t>
    </dgm:pt>
    <dgm:pt modelId="{2E1E720C-C89C-4C8C-8A06-D75D63353D9E}" type="sibTrans" cxnId="{6FBE67E5-B4BD-4D8C-8309-7637062042B8}">
      <dgm:prSet/>
      <dgm:spPr/>
      <dgm:t>
        <a:bodyPr/>
        <a:lstStyle/>
        <a:p>
          <a:pPr latinLnBrk="1"/>
          <a:endParaRPr lang="ko-KR" altLang="en-US"/>
        </a:p>
      </dgm:t>
    </dgm:pt>
    <dgm:pt modelId="{F108C480-BB37-4D26-AB09-325916C5871B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DB9ECBB2-6F25-4A3C-A82D-BC2ED0FB4FBA}" type="parTrans" cxnId="{EE23B644-2792-4A6E-8593-955BAA0B1524}">
      <dgm:prSet/>
      <dgm:spPr/>
      <dgm:t>
        <a:bodyPr/>
        <a:lstStyle/>
        <a:p>
          <a:pPr latinLnBrk="1"/>
          <a:endParaRPr lang="ko-KR" altLang="en-US"/>
        </a:p>
      </dgm:t>
    </dgm:pt>
    <dgm:pt modelId="{02FA833F-2305-45CC-81CA-F31072F360E8}" type="sibTrans" cxnId="{EE23B644-2792-4A6E-8593-955BAA0B1524}">
      <dgm:prSet/>
      <dgm:spPr/>
      <dgm:t>
        <a:bodyPr/>
        <a:lstStyle/>
        <a:p>
          <a:pPr latinLnBrk="1"/>
          <a:endParaRPr lang="ko-KR" altLang="en-US"/>
        </a:p>
      </dgm:t>
    </dgm:pt>
    <dgm:pt modelId="{A225430C-D9D7-4847-8DA4-618F16DC78B2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66DF7BDC-DF2E-4515-ACA0-56A12AA25943}" type="parTrans" cxnId="{1D68F490-B700-432F-8924-DED0DC80778D}">
      <dgm:prSet/>
      <dgm:spPr/>
      <dgm:t>
        <a:bodyPr/>
        <a:lstStyle/>
        <a:p>
          <a:pPr latinLnBrk="1"/>
          <a:endParaRPr lang="ko-KR" altLang="en-US"/>
        </a:p>
      </dgm:t>
    </dgm:pt>
    <dgm:pt modelId="{A1409BF1-4E02-4EB5-B9E6-6A4664CAFFF1}" type="sibTrans" cxnId="{1D68F490-B700-432F-8924-DED0DC80778D}">
      <dgm:prSet/>
      <dgm:spPr/>
      <dgm:t>
        <a:bodyPr/>
        <a:lstStyle/>
        <a:p>
          <a:pPr latinLnBrk="1"/>
          <a:endParaRPr lang="ko-KR" altLang="en-US"/>
        </a:p>
      </dgm:t>
    </dgm:pt>
    <dgm:pt modelId="{3DE9B452-EAE9-4A6E-86B3-F78AF53CB5E7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E35A8BD3-2363-49EE-9B07-14EF47FF201E}" type="parTrans" cxnId="{1A4818E5-A88B-49B4-B0D4-1E95B48D08D1}">
      <dgm:prSet/>
      <dgm:spPr/>
      <dgm:t>
        <a:bodyPr/>
        <a:lstStyle/>
        <a:p>
          <a:pPr latinLnBrk="1"/>
          <a:endParaRPr lang="ko-KR" altLang="en-US"/>
        </a:p>
      </dgm:t>
    </dgm:pt>
    <dgm:pt modelId="{F4EC3164-C6E5-4F61-B3E8-FEF8477503CB}" type="sibTrans" cxnId="{1A4818E5-A88B-49B4-B0D4-1E95B48D08D1}">
      <dgm:prSet/>
      <dgm:spPr/>
      <dgm:t>
        <a:bodyPr/>
        <a:lstStyle/>
        <a:p>
          <a:pPr latinLnBrk="1"/>
          <a:endParaRPr lang="ko-KR" altLang="en-US"/>
        </a:p>
      </dgm:t>
    </dgm:pt>
    <dgm:pt modelId="{183C70F7-5F12-461A-8204-FC5289A6A331}">
      <dgm:prSet phldrT="[텍스트]" phldr="0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B38536E5-38D9-48F7-A66E-DAE1EBA4B0DB}" type="parTrans" cxnId="{2C146C15-7D19-4B1B-945F-27EA50D436C1}">
      <dgm:prSet/>
      <dgm:spPr/>
      <dgm:t>
        <a:bodyPr/>
        <a:lstStyle/>
        <a:p>
          <a:pPr latinLnBrk="1"/>
          <a:endParaRPr lang="ko-KR" altLang="en-US"/>
        </a:p>
      </dgm:t>
    </dgm:pt>
    <dgm:pt modelId="{3597994F-9CDE-4078-BC44-9E745F5635B4}" type="sibTrans" cxnId="{2C146C15-7D19-4B1B-945F-27EA50D436C1}">
      <dgm:prSet/>
      <dgm:spPr/>
      <dgm:t>
        <a:bodyPr/>
        <a:lstStyle/>
        <a:p>
          <a:pPr latinLnBrk="1"/>
          <a:endParaRPr lang="ko-KR" altLang="en-US"/>
        </a:p>
      </dgm:t>
    </dgm:pt>
    <dgm:pt modelId="{8FD13015-AE02-4D9F-BE03-881B5EABC6C9}" type="pres">
      <dgm:prSet presAssocID="{AD689937-F0BC-47C0-B910-B65D0DDB3149}" presName="diagram" presStyleCnt="0">
        <dgm:presLayoutVars>
          <dgm:dir/>
          <dgm:resizeHandles val="exact"/>
        </dgm:presLayoutVars>
      </dgm:prSet>
      <dgm:spPr/>
    </dgm:pt>
    <dgm:pt modelId="{FA126007-E1CA-4999-852A-9710BED98BAA}" type="pres">
      <dgm:prSet presAssocID="{8112A796-BCCB-4CFD-843E-4AE0505B5CC7}" presName="node" presStyleLbl="node1" presStyleIdx="0" presStyleCnt="5">
        <dgm:presLayoutVars>
          <dgm:bulletEnabled val="1"/>
        </dgm:presLayoutVars>
      </dgm:prSet>
      <dgm:spPr/>
    </dgm:pt>
    <dgm:pt modelId="{5C448DA4-9516-44AE-93A5-40D0ADB95455}" type="pres">
      <dgm:prSet presAssocID="{2E1E720C-C89C-4C8C-8A06-D75D63353D9E}" presName="sibTrans" presStyleCnt="0"/>
      <dgm:spPr/>
    </dgm:pt>
    <dgm:pt modelId="{1274F5A5-544A-4BA1-8522-ADEF7D1BECFA}" type="pres">
      <dgm:prSet presAssocID="{F108C480-BB37-4D26-AB09-325916C5871B}" presName="node" presStyleLbl="node1" presStyleIdx="1" presStyleCnt="5">
        <dgm:presLayoutVars>
          <dgm:bulletEnabled val="1"/>
        </dgm:presLayoutVars>
      </dgm:prSet>
      <dgm:spPr/>
    </dgm:pt>
    <dgm:pt modelId="{DF26781E-5D62-4690-91F7-3EF6259C9AB9}" type="pres">
      <dgm:prSet presAssocID="{02FA833F-2305-45CC-81CA-F31072F360E8}" presName="sibTrans" presStyleCnt="0"/>
      <dgm:spPr/>
    </dgm:pt>
    <dgm:pt modelId="{9C1CCA7C-8B5D-40AD-806A-B3C227C9CB75}" type="pres">
      <dgm:prSet presAssocID="{A225430C-D9D7-4847-8DA4-618F16DC78B2}" presName="node" presStyleLbl="node1" presStyleIdx="2" presStyleCnt="5">
        <dgm:presLayoutVars>
          <dgm:bulletEnabled val="1"/>
        </dgm:presLayoutVars>
      </dgm:prSet>
      <dgm:spPr/>
    </dgm:pt>
    <dgm:pt modelId="{96860819-F813-499A-84AB-87553FA0675B}" type="pres">
      <dgm:prSet presAssocID="{A1409BF1-4E02-4EB5-B9E6-6A4664CAFFF1}" presName="sibTrans" presStyleCnt="0"/>
      <dgm:spPr/>
    </dgm:pt>
    <dgm:pt modelId="{3761742A-7642-410C-B7F1-BB913ACEBC6A}" type="pres">
      <dgm:prSet presAssocID="{3DE9B452-EAE9-4A6E-86B3-F78AF53CB5E7}" presName="node" presStyleLbl="node1" presStyleIdx="3" presStyleCnt="5">
        <dgm:presLayoutVars>
          <dgm:bulletEnabled val="1"/>
        </dgm:presLayoutVars>
      </dgm:prSet>
      <dgm:spPr/>
    </dgm:pt>
    <dgm:pt modelId="{EDCEBA8B-D346-4456-B3B8-A0B822F10647}" type="pres">
      <dgm:prSet presAssocID="{F4EC3164-C6E5-4F61-B3E8-FEF8477503CB}" presName="sibTrans" presStyleCnt="0"/>
      <dgm:spPr/>
    </dgm:pt>
    <dgm:pt modelId="{E2FE4208-DE9F-4CBA-B81B-35E57F961E8A}" type="pres">
      <dgm:prSet presAssocID="{183C70F7-5F12-461A-8204-FC5289A6A331}" presName="node" presStyleLbl="node1" presStyleIdx="4" presStyleCnt="5">
        <dgm:presLayoutVars>
          <dgm:bulletEnabled val="1"/>
        </dgm:presLayoutVars>
      </dgm:prSet>
      <dgm:spPr/>
    </dgm:pt>
  </dgm:ptLst>
  <dgm:cxnLst>
    <dgm:cxn modelId="{2C146C15-7D19-4B1B-945F-27EA50D436C1}" srcId="{AD689937-F0BC-47C0-B910-B65D0DDB3149}" destId="{183C70F7-5F12-461A-8204-FC5289A6A331}" srcOrd="4" destOrd="0" parTransId="{B38536E5-38D9-48F7-A66E-DAE1EBA4B0DB}" sibTransId="{3597994F-9CDE-4078-BC44-9E745F5635B4}"/>
    <dgm:cxn modelId="{A899F62E-4D9C-4E7B-9238-909867FAD14B}" type="presOf" srcId="{183C70F7-5F12-461A-8204-FC5289A6A331}" destId="{E2FE4208-DE9F-4CBA-B81B-35E57F961E8A}" srcOrd="0" destOrd="0" presId="urn:microsoft.com/office/officeart/2005/8/layout/default"/>
    <dgm:cxn modelId="{1BC1CB5F-3EE0-4885-B498-83DF5C9A0ED8}" type="presOf" srcId="{8112A796-BCCB-4CFD-843E-4AE0505B5CC7}" destId="{FA126007-E1CA-4999-852A-9710BED98BAA}" srcOrd="0" destOrd="0" presId="urn:microsoft.com/office/officeart/2005/8/layout/default"/>
    <dgm:cxn modelId="{EE23B644-2792-4A6E-8593-955BAA0B1524}" srcId="{AD689937-F0BC-47C0-B910-B65D0DDB3149}" destId="{F108C480-BB37-4D26-AB09-325916C5871B}" srcOrd="1" destOrd="0" parTransId="{DB9ECBB2-6F25-4A3C-A82D-BC2ED0FB4FBA}" sibTransId="{02FA833F-2305-45CC-81CA-F31072F360E8}"/>
    <dgm:cxn modelId="{CBA6CC64-525B-4358-A694-3929EFA7BA0D}" type="presOf" srcId="{3DE9B452-EAE9-4A6E-86B3-F78AF53CB5E7}" destId="{3761742A-7642-410C-B7F1-BB913ACEBC6A}" srcOrd="0" destOrd="0" presId="urn:microsoft.com/office/officeart/2005/8/layout/default"/>
    <dgm:cxn modelId="{7FA7DB76-65D4-4240-83F4-16BACFAE342D}" type="presOf" srcId="{F108C480-BB37-4D26-AB09-325916C5871B}" destId="{1274F5A5-544A-4BA1-8522-ADEF7D1BECFA}" srcOrd="0" destOrd="0" presId="urn:microsoft.com/office/officeart/2005/8/layout/default"/>
    <dgm:cxn modelId="{DDDA5F8A-B091-46B9-B84E-D89BE3B8EFE4}" type="presOf" srcId="{A225430C-D9D7-4847-8DA4-618F16DC78B2}" destId="{9C1CCA7C-8B5D-40AD-806A-B3C227C9CB75}" srcOrd="0" destOrd="0" presId="urn:microsoft.com/office/officeart/2005/8/layout/default"/>
    <dgm:cxn modelId="{1D68F490-B700-432F-8924-DED0DC80778D}" srcId="{AD689937-F0BC-47C0-B910-B65D0DDB3149}" destId="{A225430C-D9D7-4847-8DA4-618F16DC78B2}" srcOrd="2" destOrd="0" parTransId="{66DF7BDC-DF2E-4515-ACA0-56A12AA25943}" sibTransId="{A1409BF1-4E02-4EB5-B9E6-6A4664CAFFF1}"/>
    <dgm:cxn modelId="{AA804FC0-7DF9-4C02-89E5-5826148AD46F}" type="presOf" srcId="{AD689937-F0BC-47C0-B910-B65D0DDB3149}" destId="{8FD13015-AE02-4D9F-BE03-881B5EABC6C9}" srcOrd="0" destOrd="0" presId="urn:microsoft.com/office/officeart/2005/8/layout/default"/>
    <dgm:cxn modelId="{1A4818E5-A88B-49B4-B0D4-1E95B48D08D1}" srcId="{AD689937-F0BC-47C0-B910-B65D0DDB3149}" destId="{3DE9B452-EAE9-4A6E-86B3-F78AF53CB5E7}" srcOrd="3" destOrd="0" parTransId="{E35A8BD3-2363-49EE-9B07-14EF47FF201E}" sibTransId="{F4EC3164-C6E5-4F61-B3E8-FEF8477503CB}"/>
    <dgm:cxn modelId="{6FBE67E5-B4BD-4D8C-8309-7637062042B8}" srcId="{AD689937-F0BC-47C0-B910-B65D0DDB3149}" destId="{8112A796-BCCB-4CFD-843E-4AE0505B5CC7}" srcOrd="0" destOrd="0" parTransId="{C097FFA3-38C9-4747-9CA7-E86112AADA5A}" sibTransId="{2E1E720C-C89C-4C8C-8A06-D75D63353D9E}"/>
    <dgm:cxn modelId="{A3DB2AB3-11A6-40A0-B8AF-CD3914B1813E}" type="presParOf" srcId="{8FD13015-AE02-4D9F-BE03-881B5EABC6C9}" destId="{FA126007-E1CA-4999-852A-9710BED98BAA}" srcOrd="0" destOrd="0" presId="urn:microsoft.com/office/officeart/2005/8/layout/default"/>
    <dgm:cxn modelId="{712A57BF-BBE7-4332-A0B9-EDBC82304BF5}" type="presParOf" srcId="{8FD13015-AE02-4D9F-BE03-881B5EABC6C9}" destId="{5C448DA4-9516-44AE-93A5-40D0ADB95455}" srcOrd="1" destOrd="0" presId="urn:microsoft.com/office/officeart/2005/8/layout/default"/>
    <dgm:cxn modelId="{280721DE-C82B-4FFB-AB8C-E767A6BCDC2A}" type="presParOf" srcId="{8FD13015-AE02-4D9F-BE03-881B5EABC6C9}" destId="{1274F5A5-544A-4BA1-8522-ADEF7D1BECFA}" srcOrd="2" destOrd="0" presId="urn:microsoft.com/office/officeart/2005/8/layout/default"/>
    <dgm:cxn modelId="{CF566ADE-1C28-49C7-BA1F-45EC9CD41F69}" type="presParOf" srcId="{8FD13015-AE02-4D9F-BE03-881B5EABC6C9}" destId="{DF26781E-5D62-4690-91F7-3EF6259C9AB9}" srcOrd="3" destOrd="0" presId="urn:microsoft.com/office/officeart/2005/8/layout/default"/>
    <dgm:cxn modelId="{42325F9D-0B6F-48C6-A555-46EC4C76A22F}" type="presParOf" srcId="{8FD13015-AE02-4D9F-BE03-881B5EABC6C9}" destId="{9C1CCA7C-8B5D-40AD-806A-B3C227C9CB75}" srcOrd="4" destOrd="0" presId="urn:microsoft.com/office/officeart/2005/8/layout/default"/>
    <dgm:cxn modelId="{7D1AED8A-9FC2-4BB1-99EA-68F99578BE92}" type="presParOf" srcId="{8FD13015-AE02-4D9F-BE03-881B5EABC6C9}" destId="{96860819-F813-499A-84AB-87553FA0675B}" srcOrd="5" destOrd="0" presId="urn:microsoft.com/office/officeart/2005/8/layout/default"/>
    <dgm:cxn modelId="{72146901-6641-46DF-9A39-10DE314D1BAB}" type="presParOf" srcId="{8FD13015-AE02-4D9F-BE03-881B5EABC6C9}" destId="{3761742A-7642-410C-B7F1-BB913ACEBC6A}" srcOrd="6" destOrd="0" presId="urn:microsoft.com/office/officeart/2005/8/layout/default"/>
    <dgm:cxn modelId="{39A58874-BA1A-4AE7-8ABA-8053C952C83A}" type="presParOf" srcId="{8FD13015-AE02-4D9F-BE03-881B5EABC6C9}" destId="{EDCEBA8B-D346-4456-B3B8-A0B822F10647}" srcOrd="7" destOrd="0" presId="urn:microsoft.com/office/officeart/2005/8/layout/default"/>
    <dgm:cxn modelId="{5AE61A26-2915-4B30-A607-5B662FCE066E}" type="presParOf" srcId="{8FD13015-AE02-4D9F-BE03-881B5EABC6C9}" destId="{E2FE4208-DE9F-4CBA-B81B-35E57F961E8A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8ACF57-8FF4-43DE-80F9-68D886C9E9C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664D9303-352B-4CD1-80B5-C48D5F804635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8C9D885B-B584-40B9-A4E6-9F4D817808EE}" type="parTrans" cxnId="{C2C61F46-D827-4214-BAC1-B5CDFEE02EEB}">
      <dgm:prSet/>
      <dgm:spPr/>
      <dgm:t>
        <a:bodyPr/>
        <a:lstStyle/>
        <a:p>
          <a:pPr latinLnBrk="1"/>
          <a:endParaRPr lang="ko-KR" altLang="en-US"/>
        </a:p>
      </dgm:t>
    </dgm:pt>
    <dgm:pt modelId="{839948A5-DB83-4FB3-9C06-B6C367EA6A59}" type="sibTrans" cxnId="{C2C61F46-D827-4214-BAC1-B5CDFEE02EEB}">
      <dgm:prSet/>
      <dgm:spPr/>
      <dgm:t>
        <a:bodyPr/>
        <a:lstStyle/>
        <a:p>
          <a:pPr latinLnBrk="1"/>
          <a:endParaRPr lang="ko-KR" altLang="en-US"/>
        </a:p>
      </dgm:t>
    </dgm:pt>
    <dgm:pt modelId="{DE7B20F6-1893-490D-9960-0745F0C9365A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B0492F60-CCA4-4CF2-98ED-C1FB07ED204E}" type="parTrans" cxnId="{18306546-3A88-4B7E-8DE7-D652A79D6378}">
      <dgm:prSet/>
      <dgm:spPr/>
      <dgm:t>
        <a:bodyPr/>
        <a:lstStyle/>
        <a:p>
          <a:pPr latinLnBrk="1"/>
          <a:endParaRPr lang="ko-KR" altLang="en-US"/>
        </a:p>
      </dgm:t>
    </dgm:pt>
    <dgm:pt modelId="{A9762522-7F16-4043-B5D0-D94C85C14ADC}" type="sibTrans" cxnId="{18306546-3A88-4B7E-8DE7-D652A79D6378}">
      <dgm:prSet/>
      <dgm:spPr/>
      <dgm:t>
        <a:bodyPr/>
        <a:lstStyle/>
        <a:p>
          <a:pPr latinLnBrk="1"/>
          <a:endParaRPr lang="ko-KR" altLang="en-US"/>
        </a:p>
      </dgm:t>
    </dgm:pt>
    <dgm:pt modelId="{7F7D24CC-C4C0-4610-B1F2-A4D64EAE5735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20D8BD83-C57B-45DB-978C-04F8AE65A3E0}" type="parTrans" cxnId="{A08BC18B-A5D0-4CAD-B6B7-26D52CDAB168}">
      <dgm:prSet/>
      <dgm:spPr/>
      <dgm:t>
        <a:bodyPr/>
        <a:lstStyle/>
        <a:p>
          <a:pPr latinLnBrk="1"/>
          <a:endParaRPr lang="ko-KR" altLang="en-US"/>
        </a:p>
      </dgm:t>
    </dgm:pt>
    <dgm:pt modelId="{B75D89E7-C559-44AE-B320-C98B932AC9D1}" type="sibTrans" cxnId="{A08BC18B-A5D0-4CAD-B6B7-26D52CDAB168}">
      <dgm:prSet/>
      <dgm:spPr/>
      <dgm:t>
        <a:bodyPr/>
        <a:lstStyle/>
        <a:p>
          <a:pPr latinLnBrk="1"/>
          <a:endParaRPr lang="ko-KR" altLang="en-US"/>
        </a:p>
      </dgm:t>
    </dgm:pt>
    <dgm:pt modelId="{70273C84-BC83-40DE-B981-3D3229D31583}" type="pres">
      <dgm:prSet presAssocID="{428ACF57-8FF4-43DE-80F9-68D886C9E9CD}" presName="Name0" presStyleCnt="0">
        <dgm:presLayoutVars>
          <dgm:dir/>
          <dgm:resizeHandles val="exact"/>
        </dgm:presLayoutVars>
      </dgm:prSet>
      <dgm:spPr/>
    </dgm:pt>
    <dgm:pt modelId="{FA923B94-F6B2-4C05-BECB-B8D33ABC73BC}" type="pres">
      <dgm:prSet presAssocID="{664D9303-352B-4CD1-80B5-C48D5F804635}" presName="node" presStyleLbl="node1" presStyleIdx="0" presStyleCnt="3">
        <dgm:presLayoutVars>
          <dgm:bulletEnabled val="1"/>
        </dgm:presLayoutVars>
      </dgm:prSet>
      <dgm:spPr/>
    </dgm:pt>
    <dgm:pt modelId="{17EC2729-42D5-4C51-9331-89C9ED1E3CAF}" type="pres">
      <dgm:prSet presAssocID="{839948A5-DB83-4FB3-9C06-B6C367EA6A59}" presName="sibTrans" presStyleLbl="sibTrans2D1" presStyleIdx="0" presStyleCnt="2"/>
      <dgm:spPr/>
    </dgm:pt>
    <dgm:pt modelId="{718C6A77-17EA-4581-AEB7-7A591D7916AD}" type="pres">
      <dgm:prSet presAssocID="{839948A5-DB83-4FB3-9C06-B6C367EA6A59}" presName="connectorText" presStyleLbl="sibTrans2D1" presStyleIdx="0" presStyleCnt="2"/>
      <dgm:spPr/>
    </dgm:pt>
    <dgm:pt modelId="{F7BF97B6-7EBD-43C7-B4D1-B88163DEF6B2}" type="pres">
      <dgm:prSet presAssocID="{DE7B20F6-1893-490D-9960-0745F0C9365A}" presName="node" presStyleLbl="node1" presStyleIdx="1" presStyleCnt="3">
        <dgm:presLayoutVars>
          <dgm:bulletEnabled val="1"/>
        </dgm:presLayoutVars>
      </dgm:prSet>
      <dgm:spPr/>
    </dgm:pt>
    <dgm:pt modelId="{9798858B-B346-4876-9020-93358A45FB17}" type="pres">
      <dgm:prSet presAssocID="{A9762522-7F16-4043-B5D0-D94C85C14ADC}" presName="sibTrans" presStyleLbl="sibTrans2D1" presStyleIdx="1" presStyleCnt="2"/>
      <dgm:spPr/>
    </dgm:pt>
    <dgm:pt modelId="{AF03218C-1023-4BEF-9328-37AB6ACDF3C6}" type="pres">
      <dgm:prSet presAssocID="{A9762522-7F16-4043-B5D0-D94C85C14ADC}" presName="connectorText" presStyleLbl="sibTrans2D1" presStyleIdx="1" presStyleCnt="2"/>
      <dgm:spPr/>
    </dgm:pt>
    <dgm:pt modelId="{CA88E43A-E9E7-4EF9-9579-E2067723C90E}" type="pres">
      <dgm:prSet presAssocID="{7F7D24CC-C4C0-4610-B1F2-A4D64EAE5735}" presName="node" presStyleLbl="node1" presStyleIdx="2" presStyleCnt="3">
        <dgm:presLayoutVars>
          <dgm:bulletEnabled val="1"/>
        </dgm:presLayoutVars>
      </dgm:prSet>
      <dgm:spPr/>
    </dgm:pt>
  </dgm:ptLst>
  <dgm:cxnLst>
    <dgm:cxn modelId="{3F83A110-E488-4F25-BDC0-C1915FD6873E}" type="presOf" srcId="{428ACF57-8FF4-43DE-80F9-68D886C9E9CD}" destId="{70273C84-BC83-40DE-B981-3D3229D31583}" srcOrd="0" destOrd="0" presId="urn:microsoft.com/office/officeart/2005/8/layout/process1"/>
    <dgm:cxn modelId="{EC34792E-465C-4EFD-A28E-55CCB4B61C69}" type="presOf" srcId="{839948A5-DB83-4FB3-9C06-B6C367EA6A59}" destId="{17EC2729-42D5-4C51-9331-89C9ED1E3CAF}" srcOrd="0" destOrd="0" presId="urn:microsoft.com/office/officeart/2005/8/layout/process1"/>
    <dgm:cxn modelId="{FE28D431-033E-4A92-85B1-800A0C2D1D03}" type="presOf" srcId="{664D9303-352B-4CD1-80B5-C48D5F804635}" destId="{FA923B94-F6B2-4C05-BECB-B8D33ABC73BC}" srcOrd="0" destOrd="0" presId="urn:microsoft.com/office/officeart/2005/8/layout/process1"/>
    <dgm:cxn modelId="{5CB76A62-4754-4C03-9C02-AAC7FFE3843A}" type="presOf" srcId="{A9762522-7F16-4043-B5D0-D94C85C14ADC}" destId="{AF03218C-1023-4BEF-9328-37AB6ACDF3C6}" srcOrd="1" destOrd="0" presId="urn:microsoft.com/office/officeart/2005/8/layout/process1"/>
    <dgm:cxn modelId="{B373B043-5F02-4617-8A11-3915C072C17B}" type="presOf" srcId="{839948A5-DB83-4FB3-9C06-B6C367EA6A59}" destId="{718C6A77-17EA-4581-AEB7-7A591D7916AD}" srcOrd="1" destOrd="0" presId="urn:microsoft.com/office/officeart/2005/8/layout/process1"/>
    <dgm:cxn modelId="{35EE3145-BC72-4A6F-8143-6139359F8AB2}" type="presOf" srcId="{A9762522-7F16-4043-B5D0-D94C85C14ADC}" destId="{9798858B-B346-4876-9020-93358A45FB17}" srcOrd="0" destOrd="0" presId="urn:microsoft.com/office/officeart/2005/8/layout/process1"/>
    <dgm:cxn modelId="{C2C61F46-D827-4214-BAC1-B5CDFEE02EEB}" srcId="{428ACF57-8FF4-43DE-80F9-68D886C9E9CD}" destId="{664D9303-352B-4CD1-80B5-C48D5F804635}" srcOrd="0" destOrd="0" parTransId="{8C9D885B-B584-40B9-A4E6-9F4D817808EE}" sibTransId="{839948A5-DB83-4FB3-9C06-B6C367EA6A59}"/>
    <dgm:cxn modelId="{18306546-3A88-4B7E-8DE7-D652A79D6378}" srcId="{428ACF57-8FF4-43DE-80F9-68D886C9E9CD}" destId="{DE7B20F6-1893-490D-9960-0745F0C9365A}" srcOrd="1" destOrd="0" parTransId="{B0492F60-CCA4-4CF2-98ED-C1FB07ED204E}" sibTransId="{A9762522-7F16-4043-B5D0-D94C85C14ADC}"/>
    <dgm:cxn modelId="{B3C7A55A-BE0A-4BBB-A162-31F61709574C}" type="presOf" srcId="{DE7B20F6-1893-490D-9960-0745F0C9365A}" destId="{F7BF97B6-7EBD-43C7-B4D1-B88163DEF6B2}" srcOrd="0" destOrd="0" presId="urn:microsoft.com/office/officeart/2005/8/layout/process1"/>
    <dgm:cxn modelId="{A08BC18B-A5D0-4CAD-B6B7-26D52CDAB168}" srcId="{428ACF57-8FF4-43DE-80F9-68D886C9E9CD}" destId="{7F7D24CC-C4C0-4610-B1F2-A4D64EAE5735}" srcOrd="2" destOrd="0" parTransId="{20D8BD83-C57B-45DB-978C-04F8AE65A3E0}" sibTransId="{B75D89E7-C559-44AE-B320-C98B932AC9D1}"/>
    <dgm:cxn modelId="{B39FACCB-702B-4963-A8E0-CAC96345B7B5}" type="presOf" srcId="{7F7D24CC-C4C0-4610-B1F2-A4D64EAE5735}" destId="{CA88E43A-E9E7-4EF9-9579-E2067723C90E}" srcOrd="0" destOrd="0" presId="urn:microsoft.com/office/officeart/2005/8/layout/process1"/>
    <dgm:cxn modelId="{95294C83-02BC-407D-A843-F549421AC8D3}" type="presParOf" srcId="{70273C84-BC83-40DE-B981-3D3229D31583}" destId="{FA923B94-F6B2-4C05-BECB-B8D33ABC73BC}" srcOrd="0" destOrd="0" presId="urn:microsoft.com/office/officeart/2005/8/layout/process1"/>
    <dgm:cxn modelId="{4BEB709D-3C06-465C-96CE-F4DA793C55ED}" type="presParOf" srcId="{70273C84-BC83-40DE-B981-3D3229D31583}" destId="{17EC2729-42D5-4C51-9331-89C9ED1E3CAF}" srcOrd="1" destOrd="0" presId="urn:microsoft.com/office/officeart/2005/8/layout/process1"/>
    <dgm:cxn modelId="{B1500A8E-91ED-45E7-A47A-98A2918B0285}" type="presParOf" srcId="{17EC2729-42D5-4C51-9331-89C9ED1E3CAF}" destId="{718C6A77-17EA-4581-AEB7-7A591D7916AD}" srcOrd="0" destOrd="0" presId="urn:microsoft.com/office/officeart/2005/8/layout/process1"/>
    <dgm:cxn modelId="{98124D0D-858B-46D6-9F74-B7C51A3EE722}" type="presParOf" srcId="{70273C84-BC83-40DE-B981-3D3229D31583}" destId="{F7BF97B6-7EBD-43C7-B4D1-B88163DEF6B2}" srcOrd="2" destOrd="0" presId="urn:microsoft.com/office/officeart/2005/8/layout/process1"/>
    <dgm:cxn modelId="{DE5AC9B6-9DA7-416E-910F-1E61349952FA}" type="presParOf" srcId="{70273C84-BC83-40DE-B981-3D3229D31583}" destId="{9798858B-B346-4876-9020-93358A45FB17}" srcOrd="3" destOrd="0" presId="urn:microsoft.com/office/officeart/2005/8/layout/process1"/>
    <dgm:cxn modelId="{34BF77D5-3237-4CD0-8B55-A9614DAD93FD}" type="presParOf" srcId="{9798858B-B346-4876-9020-93358A45FB17}" destId="{AF03218C-1023-4BEF-9328-37AB6ACDF3C6}" srcOrd="0" destOrd="0" presId="urn:microsoft.com/office/officeart/2005/8/layout/process1"/>
    <dgm:cxn modelId="{6AE8DA3E-9038-468B-8697-6339DC831335}" type="presParOf" srcId="{70273C84-BC83-40DE-B981-3D3229D31583}" destId="{CA88E43A-E9E7-4EF9-9579-E2067723C90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571222-732E-41D4-8B04-715B76508743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3C755DF-0D37-48E6-A68E-585E5CE75AE3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D2CAF563-F192-4629-9045-56E2F0168CA1}" type="parTrans" cxnId="{3201D801-20FE-4005-9419-8851ABA59339}">
      <dgm:prSet/>
      <dgm:spPr/>
      <dgm:t>
        <a:bodyPr/>
        <a:lstStyle/>
        <a:p>
          <a:pPr latinLnBrk="1"/>
          <a:endParaRPr lang="ko-KR" altLang="en-US"/>
        </a:p>
      </dgm:t>
    </dgm:pt>
    <dgm:pt modelId="{7FB840EE-9658-4097-B74D-F51E13837006}" type="sibTrans" cxnId="{3201D801-20FE-4005-9419-8851ABA59339}">
      <dgm:prSet/>
      <dgm:spPr/>
      <dgm:t>
        <a:bodyPr/>
        <a:lstStyle/>
        <a:p>
          <a:pPr latinLnBrk="1"/>
          <a:endParaRPr lang="ko-KR" altLang="en-US"/>
        </a:p>
      </dgm:t>
    </dgm:pt>
    <dgm:pt modelId="{7C7561D4-51A1-45E5-9E50-DDF038C0A9A6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003A7517-8CD9-46FD-95ED-9B4665F9AF11}" type="parTrans" cxnId="{62952759-DF75-4CD2-8BB5-A9EACCCE6E70}">
      <dgm:prSet/>
      <dgm:spPr/>
      <dgm:t>
        <a:bodyPr/>
        <a:lstStyle/>
        <a:p>
          <a:pPr latinLnBrk="1"/>
          <a:endParaRPr lang="ko-KR" altLang="en-US"/>
        </a:p>
      </dgm:t>
    </dgm:pt>
    <dgm:pt modelId="{4D8B7D80-FE77-4C24-8A7C-28FA89C22652}" type="sibTrans" cxnId="{62952759-DF75-4CD2-8BB5-A9EACCCE6E70}">
      <dgm:prSet/>
      <dgm:spPr/>
      <dgm:t>
        <a:bodyPr/>
        <a:lstStyle/>
        <a:p>
          <a:pPr latinLnBrk="1"/>
          <a:endParaRPr lang="ko-KR" altLang="en-US"/>
        </a:p>
      </dgm:t>
    </dgm:pt>
    <dgm:pt modelId="{D11A2B1E-69A0-416B-95EA-3E8F80931B7E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5650E995-9538-4070-8734-26B903146122}" type="parTrans" cxnId="{5EF93196-F84A-4F20-8051-2F4F12BE5460}">
      <dgm:prSet/>
      <dgm:spPr/>
      <dgm:t>
        <a:bodyPr/>
        <a:lstStyle/>
        <a:p>
          <a:pPr latinLnBrk="1"/>
          <a:endParaRPr lang="ko-KR" altLang="en-US"/>
        </a:p>
      </dgm:t>
    </dgm:pt>
    <dgm:pt modelId="{45874A6B-206D-4762-A580-B1D19EEE9924}" type="sibTrans" cxnId="{5EF93196-F84A-4F20-8051-2F4F12BE5460}">
      <dgm:prSet/>
      <dgm:spPr/>
      <dgm:t>
        <a:bodyPr/>
        <a:lstStyle/>
        <a:p>
          <a:pPr latinLnBrk="1"/>
          <a:endParaRPr lang="ko-KR" altLang="en-US"/>
        </a:p>
      </dgm:t>
    </dgm:pt>
    <dgm:pt modelId="{739C1935-6FCD-4EF4-A2B9-9729E700BC93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6E452A7C-2113-402E-B7F5-8280A17D1C24}" type="parTrans" cxnId="{4AC8B801-7086-40BC-A24A-79878341E0DF}">
      <dgm:prSet/>
      <dgm:spPr/>
      <dgm:t>
        <a:bodyPr/>
        <a:lstStyle/>
        <a:p>
          <a:pPr latinLnBrk="1"/>
          <a:endParaRPr lang="ko-KR" altLang="en-US"/>
        </a:p>
      </dgm:t>
    </dgm:pt>
    <dgm:pt modelId="{AED50893-6374-4F5C-AAF3-D2F3D64E0F07}" type="sibTrans" cxnId="{4AC8B801-7086-40BC-A24A-79878341E0DF}">
      <dgm:prSet/>
      <dgm:spPr/>
      <dgm:t>
        <a:bodyPr/>
        <a:lstStyle/>
        <a:p>
          <a:pPr latinLnBrk="1"/>
          <a:endParaRPr lang="ko-KR" altLang="en-US"/>
        </a:p>
      </dgm:t>
    </dgm:pt>
    <dgm:pt modelId="{1729C77E-B8C4-4B5F-9BEE-763C26E128B7}">
      <dgm:prSet phldrT="[텍스트]" phldr="0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DB40CE76-904A-4A60-9891-81A25A262877}" type="parTrans" cxnId="{F135F137-998A-4745-8518-0681F735E7B9}">
      <dgm:prSet/>
      <dgm:spPr/>
      <dgm:t>
        <a:bodyPr/>
        <a:lstStyle/>
        <a:p>
          <a:pPr latinLnBrk="1"/>
          <a:endParaRPr lang="ko-KR" altLang="en-US"/>
        </a:p>
      </dgm:t>
    </dgm:pt>
    <dgm:pt modelId="{264F9CA1-1E32-4941-853D-2D5E9676B50D}" type="sibTrans" cxnId="{F135F137-998A-4745-8518-0681F735E7B9}">
      <dgm:prSet/>
      <dgm:spPr/>
      <dgm:t>
        <a:bodyPr/>
        <a:lstStyle/>
        <a:p>
          <a:pPr latinLnBrk="1"/>
          <a:endParaRPr lang="ko-KR" altLang="en-US"/>
        </a:p>
      </dgm:t>
    </dgm:pt>
    <dgm:pt modelId="{1D19F9D4-F3E2-4858-A79B-6B3523A62F74}" type="pres">
      <dgm:prSet presAssocID="{C0571222-732E-41D4-8B04-715B76508743}" presName="cycle" presStyleCnt="0">
        <dgm:presLayoutVars>
          <dgm:dir/>
          <dgm:resizeHandles val="exact"/>
        </dgm:presLayoutVars>
      </dgm:prSet>
      <dgm:spPr/>
    </dgm:pt>
    <dgm:pt modelId="{421A6A3C-2CE2-4CF5-9143-AB11D860EE34}" type="pres">
      <dgm:prSet presAssocID="{F3C755DF-0D37-48E6-A68E-585E5CE75AE3}" presName="node" presStyleLbl="node1" presStyleIdx="0" presStyleCnt="5">
        <dgm:presLayoutVars>
          <dgm:bulletEnabled val="1"/>
        </dgm:presLayoutVars>
      </dgm:prSet>
      <dgm:spPr/>
    </dgm:pt>
    <dgm:pt modelId="{77A92FC3-F905-4265-BF42-DA712EEC6112}" type="pres">
      <dgm:prSet presAssocID="{7FB840EE-9658-4097-B74D-F51E13837006}" presName="sibTrans" presStyleLbl="sibTrans2D1" presStyleIdx="0" presStyleCnt="5"/>
      <dgm:spPr/>
    </dgm:pt>
    <dgm:pt modelId="{12A6DEDA-8F47-4AB8-BF87-2CCA43EE3B7F}" type="pres">
      <dgm:prSet presAssocID="{7FB840EE-9658-4097-B74D-F51E13837006}" presName="connectorText" presStyleLbl="sibTrans2D1" presStyleIdx="0" presStyleCnt="5"/>
      <dgm:spPr/>
    </dgm:pt>
    <dgm:pt modelId="{2BDFD088-89AC-4BBF-8266-15E8F44000B4}" type="pres">
      <dgm:prSet presAssocID="{7C7561D4-51A1-45E5-9E50-DDF038C0A9A6}" presName="node" presStyleLbl="node1" presStyleIdx="1" presStyleCnt="5">
        <dgm:presLayoutVars>
          <dgm:bulletEnabled val="1"/>
        </dgm:presLayoutVars>
      </dgm:prSet>
      <dgm:spPr/>
    </dgm:pt>
    <dgm:pt modelId="{17629D58-51AE-480C-9CB6-0999DBD97921}" type="pres">
      <dgm:prSet presAssocID="{4D8B7D80-FE77-4C24-8A7C-28FA89C22652}" presName="sibTrans" presStyleLbl="sibTrans2D1" presStyleIdx="1" presStyleCnt="5"/>
      <dgm:spPr/>
    </dgm:pt>
    <dgm:pt modelId="{E5C914EF-3D82-4C11-A61A-DA20E8C9CDEC}" type="pres">
      <dgm:prSet presAssocID="{4D8B7D80-FE77-4C24-8A7C-28FA89C22652}" presName="connectorText" presStyleLbl="sibTrans2D1" presStyleIdx="1" presStyleCnt="5"/>
      <dgm:spPr/>
    </dgm:pt>
    <dgm:pt modelId="{83B86E32-4378-44D7-AAE8-F2C3EE8A9EA7}" type="pres">
      <dgm:prSet presAssocID="{D11A2B1E-69A0-416B-95EA-3E8F80931B7E}" presName="node" presStyleLbl="node1" presStyleIdx="2" presStyleCnt="5" custRadScaleRad="100704" custRadScaleInc="807">
        <dgm:presLayoutVars>
          <dgm:bulletEnabled val="1"/>
        </dgm:presLayoutVars>
      </dgm:prSet>
      <dgm:spPr/>
    </dgm:pt>
    <dgm:pt modelId="{CB385F89-B179-4EF7-A543-4C11ACD46B15}" type="pres">
      <dgm:prSet presAssocID="{45874A6B-206D-4762-A580-B1D19EEE9924}" presName="sibTrans" presStyleLbl="sibTrans2D1" presStyleIdx="2" presStyleCnt="5"/>
      <dgm:spPr/>
    </dgm:pt>
    <dgm:pt modelId="{4CB4216D-3D23-4735-930C-6D221EEF8CC5}" type="pres">
      <dgm:prSet presAssocID="{45874A6B-206D-4762-A580-B1D19EEE9924}" presName="connectorText" presStyleLbl="sibTrans2D1" presStyleIdx="2" presStyleCnt="5"/>
      <dgm:spPr/>
    </dgm:pt>
    <dgm:pt modelId="{2E474C5B-A6A3-45DA-A721-F625B2F37905}" type="pres">
      <dgm:prSet presAssocID="{739C1935-6FCD-4EF4-A2B9-9729E700BC93}" presName="node" presStyleLbl="node1" presStyleIdx="3" presStyleCnt="5">
        <dgm:presLayoutVars>
          <dgm:bulletEnabled val="1"/>
        </dgm:presLayoutVars>
      </dgm:prSet>
      <dgm:spPr/>
    </dgm:pt>
    <dgm:pt modelId="{521C3F78-E7D4-4F63-A513-CA8C5D5A25BF}" type="pres">
      <dgm:prSet presAssocID="{AED50893-6374-4F5C-AAF3-D2F3D64E0F07}" presName="sibTrans" presStyleLbl="sibTrans2D1" presStyleIdx="3" presStyleCnt="5"/>
      <dgm:spPr/>
    </dgm:pt>
    <dgm:pt modelId="{8F9939D3-8832-4C0C-A314-B0345CA5EA93}" type="pres">
      <dgm:prSet presAssocID="{AED50893-6374-4F5C-AAF3-D2F3D64E0F07}" presName="connectorText" presStyleLbl="sibTrans2D1" presStyleIdx="3" presStyleCnt="5"/>
      <dgm:spPr/>
    </dgm:pt>
    <dgm:pt modelId="{E19B5DE7-E4F2-40A5-B060-04F069B95EA9}" type="pres">
      <dgm:prSet presAssocID="{1729C77E-B8C4-4B5F-9BEE-763C26E128B7}" presName="node" presStyleLbl="node1" presStyleIdx="4" presStyleCnt="5">
        <dgm:presLayoutVars>
          <dgm:bulletEnabled val="1"/>
        </dgm:presLayoutVars>
      </dgm:prSet>
      <dgm:spPr/>
    </dgm:pt>
    <dgm:pt modelId="{52DCB46C-732D-4DC2-87AF-3DCCFF5FB817}" type="pres">
      <dgm:prSet presAssocID="{264F9CA1-1E32-4941-853D-2D5E9676B50D}" presName="sibTrans" presStyleLbl="sibTrans2D1" presStyleIdx="4" presStyleCnt="5"/>
      <dgm:spPr/>
    </dgm:pt>
    <dgm:pt modelId="{68B9AAE1-E3DB-4523-8A7B-5E86B423D741}" type="pres">
      <dgm:prSet presAssocID="{264F9CA1-1E32-4941-853D-2D5E9676B50D}" presName="connectorText" presStyleLbl="sibTrans2D1" presStyleIdx="4" presStyleCnt="5"/>
      <dgm:spPr/>
    </dgm:pt>
  </dgm:ptLst>
  <dgm:cxnLst>
    <dgm:cxn modelId="{4AC8B801-7086-40BC-A24A-79878341E0DF}" srcId="{C0571222-732E-41D4-8B04-715B76508743}" destId="{739C1935-6FCD-4EF4-A2B9-9729E700BC93}" srcOrd="3" destOrd="0" parTransId="{6E452A7C-2113-402E-B7F5-8280A17D1C24}" sibTransId="{AED50893-6374-4F5C-AAF3-D2F3D64E0F07}"/>
    <dgm:cxn modelId="{3201D801-20FE-4005-9419-8851ABA59339}" srcId="{C0571222-732E-41D4-8B04-715B76508743}" destId="{F3C755DF-0D37-48E6-A68E-585E5CE75AE3}" srcOrd="0" destOrd="0" parTransId="{D2CAF563-F192-4629-9045-56E2F0168CA1}" sibTransId="{7FB840EE-9658-4097-B74D-F51E13837006}"/>
    <dgm:cxn modelId="{FDD1450A-69A3-4F28-94BE-959CC24A2D03}" type="presOf" srcId="{1729C77E-B8C4-4B5F-9BEE-763C26E128B7}" destId="{E19B5DE7-E4F2-40A5-B060-04F069B95EA9}" srcOrd="0" destOrd="0" presId="urn:microsoft.com/office/officeart/2005/8/layout/cycle2"/>
    <dgm:cxn modelId="{A2DA8B0A-9B45-499B-B6FE-9B1E946E4EFC}" type="presOf" srcId="{AED50893-6374-4F5C-AAF3-D2F3D64E0F07}" destId="{521C3F78-E7D4-4F63-A513-CA8C5D5A25BF}" srcOrd="0" destOrd="0" presId="urn:microsoft.com/office/officeart/2005/8/layout/cycle2"/>
    <dgm:cxn modelId="{2AADE32B-1C22-48B5-8392-B17929A2E6FA}" type="presOf" srcId="{7FB840EE-9658-4097-B74D-F51E13837006}" destId="{12A6DEDA-8F47-4AB8-BF87-2CCA43EE3B7F}" srcOrd="1" destOrd="0" presId="urn:microsoft.com/office/officeart/2005/8/layout/cycle2"/>
    <dgm:cxn modelId="{EF3D5E2E-5C4B-4F49-AABA-EABEA8EED3AF}" type="presOf" srcId="{7C7561D4-51A1-45E5-9E50-DDF038C0A9A6}" destId="{2BDFD088-89AC-4BBF-8266-15E8F44000B4}" srcOrd="0" destOrd="0" presId="urn:microsoft.com/office/officeart/2005/8/layout/cycle2"/>
    <dgm:cxn modelId="{F135F137-998A-4745-8518-0681F735E7B9}" srcId="{C0571222-732E-41D4-8B04-715B76508743}" destId="{1729C77E-B8C4-4B5F-9BEE-763C26E128B7}" srcOrd="4" destOrd="0" parTransId="{DB40CE76-904A-4A60-9891-81A25A262877}" sibTransId="{264F9CA1-1E32-4941-853D-2D5E9676B50D}"/>
    <dgm:cxn modelId="{A65F6240-7AA1-43EF-8FF7-DC45FA2E15B0}" type="presOf" srcId="{4D8B7D80-FE77-4C24-8A7C-28FA89C22652}" destId="{17629D58-51AE-480C-9CB6-0999DBD97921}" srcOrd="0" destOrd="0" presId="urn:microsoft.com/office/officeart/2005/8/layout/cycle2"/>
    <dgm:cxn modelId="{28AFDF64-DE70-47F9-8CE7-200CAE11F181}" type="presOf" srcId="{AED50893-6374-4F5C-AAF3-D2F3D64E0F07}" destId="{8F9939D3-8832-4C0C-A314-B0345CA5EA93}" srcOrd="1" destOrd="0" presId="urn:microsoft.com/office/officeart/2005/8/layout/cycle2"/>
    <dgm:cxn modelId="{059B0E71-5512-468D-8986-8EC9B64CFB7E}" type="presOf" srcId="{7FB840EE-9658-4097-B74D-F51E13837006}" destId="{77A92FC3-F905-4265-BF42-DA712EEC6112}" srcOrd="0" destOrd="0" presId="urn:microsoft.com/office/officeart/2005/8/layout/cycle2"/>
    <dgm:cxn modelId="{62952759-DF75-4CD2-8BB5-A9EACCCE6E70}" srcId="{C0571222-732E-41D4-8B04-715B76508743}" destId="{7C7561D4-51A1-45E5-9E50-DDF038C0A9A6}" srcOrd="1" destOrd="0" parTransId="{003A7517-8CD9-46FD-95ED-9B4665F9AF11}" sibTransId="{4D8B7D80-FE77-4C24-8A7C-28FA89C22652}"/>
    <dgm:cxn modelId="{6D280E7C-5929-4335-89B6-B13301F28BC8}" type="presOf" srcId="{F3C755DF-0D37-48E6-A68E-585E5CE75AE3}" destId="{421A6A3C-2CE2-4CF5-9143-AB11D860EE34}" srcOrd="0" destOrd="0" presId="urn:microsoft.com/office/officeart/2005/8/layout/cycle2"/>
    <dgm:cxn modelId="{BE421787-1B9B-48FE-B92F-5E77544E452E}" type="presOf" srcId="{264F9CA1-1E32-4941-853D-2D5E9676B50D}" destId="{52DCB46C-732D-4DC2-87AF-3DCCFF5FB817}" srcOrd="0" destOrd="0" presId="urn:microsoft.com/office/officeart/2005/8/layout/cycle2"/>
    <dgm:cxn modelId="{88C1478E-4556-4F96-9B43-8B43359A8448}" type="presOf" srcId="{D11A2B1E-69A0-416B-95EA-3E8F80931B7E}" destId="{83B86E32-4378-44D7-AAE8-F2C3EE8A9EA7}" srcOrd="0" destOrd="0" presId="urn:microsoft.com/office/officeart/2005/8/layout/cycle2"/>
    <dgm:cxn modelId="{5EF93196-F84A-4F20-8051-2F4F12BE5460}" srcId="{C0571222-732E-41D4-8B04-715B76508743}" destId="{D11A2B1E-69A0-416B-95EA-3E8F80931B7E}" srcOrd="2" destOrd="0" parTransId="{5650E995-9538-4070-8734-26B903146122}" sibTransId="{45874A6B-206D-4762-A580-B1D19EEE9924}"/>
    <dgm:cxn modelId="{35B4A498-ED9F-47F7-B1DC-63E5F31A18DE}" type="presOf" srcId="{C0571222-732E-41D4-8B04-715B76508743}" destId="{1D19F9D4-F3E2-4858-A79B-6B3523A62F74}" srcOrd="0" destOrd="0" presId="urn:microsoft.com/office/officeart/2005/8/layout/cycle2"/>
    <dgm:cxn modelId="{5439E6AD-217A-414B-A477-D71B1D36FD76}" type="presOf" srcId="{4D8B7D80-FE77-4C24-8A7C-28FA89C22652}" destId="{E5C914EF-3D82-4C11-A61A-DA20E8C9CDEC}" srcOrd="1" destOrd="0" presId="urn:microsoft.com/office/officeart/2005/8/layout/cycle2"/>
    <dgm:cxn modelId="{25839EB6-C927-476E-9ED6-BA640A7D2BE6}" type="presOf" srcId="{45874A6B-206D-4762-A580-B1D19EEE9924}" destId="{CB385F89-B179-4EF7-A543-4C11ACD46B15}" srcOrd="0" destOrd="0" presId="urn:microsoft.com/office/officeart/2005/8/layout/cycle2"/>
    <dgm:cxn modelId="{F94A36BD-601A-47AC-BACC-DC416623A555}" type="presOf" srcId="{739C1935-6FCD-4EF4-A2B9-9729E700BC93}" destId="{2E474C5B-A6A3-45DA-A721-F625B2F37905}" srcOrd="0" destOrd="0" presId="urn:microsoft.com/office/officeart/2005/8/layout/cycle2"/>
    <dgm:cxn modelId="{850A53CE-41C5-45FE-B436-C653F880C26A}" type="presOf" srcId="{45874A6B-206D-4762-A580-B1D19EEE9924}" destId="{4CB4216D-3D23-4735-930C-6D221EEF8CC5}" srcOrd="1" destOrd="0" presId="urn:microsoft.com/office/officeart/2005/8/layout/cycle2"/>
    <dgm:cxn modelId="{730EA0E8-D32B-48AE-A769-C8D77968CF8C}" type="presOf" srcId="{264F9CA1-1E32-4941-853D-2D5E9676B50D}" destId="{68B9AAE1-E3DB-4523-8A7B-5E86B423D741}" srcOrd="1" destOrd="0" presId="urn:microsoft.com/office/officeart/2005/8/layout/cycle2"/>
    <dgm:cxn modelId="{C5F43B0E-86A5-4359-89C6-5DFCC78EE050}" type="presParOf" srcId="{1D19F9D4-F3E2-4858-A79B-6B3523A62F74}" destId="{421A6A3C-2CE2-4CF5-9143-AB11D860EE34}" srcOrd="0" destOrd="0" presId="urn:microsoft.com/office/officeart/2005/8/layout/cycle2"/>
    <dgm:cxn modelId="{59E9F17F-3C76-4447-B632-6C035EFB86A9}" type="presParOf" srcId="{1D19F9D4-F3E2-4858-A79B-6B3523A62F74}" destId="{77A92FC3-F905-4265-BF42-DA712EEC6112}" srcOrd="1" destOrd="0" presId="urn:microsoft.com/office/officeart/2005/8/layout/cycle2"/>
    <dgm:cxn modelId="{A60F0381-C289-4DA2-B7CB-3E96B3AC7A54}" type="presParOf" srcId="{77A92FC3-F905-4265-BF42-DA712EEC6112}" destId="{12A6DEDA-8F47-4AB8-BF87-2CCA43EE3B7F}" srcOrd="0" destOrd="0" presId="urn:microsoft.com/office/officeart/2005/8/layout/cycle2"/>
    <dgm:cxn modelId="{07BDDF6C-BC63-4471-A941-D7F9B4BE3F2A}" type="presParOf" srcId="{1D19F9D4-F3E2-4858-A79B-6B3523A62F74}" destId="{2BDFD088-89AC-4BBF-8266-15E8F44000B4}" srcOrd="2" destOrd="0" presId="urn:microsoft.com/office/officeart/2005/8/layout/cycle2"/>
    <dgm:cxn modelId="{D00CD76A-A0A4-453E-843B-351EE5C90CE6}" type="presParOf" srcId="{1D19F9D4-F3E2-4858-A79B-6B3523A62F74}" destId="{17629D58-51AE-480C-9CB6-0999DBD97921}" srcOrd="3" destOrd="0" presId="urn:microsoft.com/office/officeart/2005/8/layout/cycle2"/>
    <dgm:cxn modelId="{808305DD-858F-406E-AD36-93E0D79CF1E8}" type="presParOf" srcId="{17629D58-51AE-480C-9CB6-0999DBD97921}" destId="{E5C914EF-3D82-4C11-A61A-DA20E8C9CDEC}" srcOrd="0" destOrd="0" presId="urn:microsoft.com/office/officeart/2005/8/layout/cycle2"/>
    <dgm:cxn modelId="{4AEF9815-F670-45E7-8654-21B4D9C28A58}" type="presParOf" srcId="{1D19F9D4-F3E2-4858-A79B-6B3523A62F74}" destId="{83B86E32-4378-44D7-AAE8-F2C3EE8A9EA7}" srcOrd="4" destOrd="0" presId="urn:microsoft.com/office/officeart/2005/8/layout/cycle2"/>
    <dgm:cxn modelId="{23416B0B-D80F-4C45-A531-67828E6D1581}" type="presParOf" srcId="{1D19F9D4-F3E2-4858-A79B-6B3523A62F74}" destId="{CB385F89-B179-4EF7-A543-4C11ACD46B15}" srcOrd="5" destOrd="0" presId="urn:microsoft.com/office/officeart/2005/8/layout/cycle2"/>
    <dgm:cxn modelId="{AAC92309-4B95-4EEF-BBBC-5303D614E42F}" type="presParOf" srcId="{CB385F89-B179-4EF7-A543-4C11ACD46B15}" destId="{4CB4216D-3D23-4735-930C-6D221EEF8CC5}" srcOrd="0" destOrd="0" presId="urn:microsoft.com/office/officeart/2005/8/layout/cycle2"/>
    <dgm:cxn modelId="{C03982F8-EDAF-44C7-8009-D629206A2AC8}" type="presParOf" srcId="{1D19F9D4-F3E2-4858-A79B-6B3523A62F74}" destId="{2E474C5B-A6A3-45DA-A721-F625B2F37905}" srcOrd="6" destOrd="0" presId="urn:microsoft.com/office/officeart/2005/8/layout/cycle2"/>
    <dgm:cxn modelId="{9817CEC8-B330-4118-A8F3-6AABC7F7CCF5}" type="presParOf" srcId="{1D19F9D4-F3E2-4858-A79B-6B3523A62F74}" destId="{521C3F78-E7D4-4F63-A513-CA8C5D5A25BF}" srcOrd="7" destOrd="0" presId="urn:microsoft.com/office/officeart/2005/8/layout/cycle2"/>
    <dgm:cxn modelId="{81994D80-1B74-4D8A-BB67-8EFD7EFDDC0D}" type="presParOf" srcId="{521C3F78-E7D4-4F63-A513-CA8C5D5A25BF}" destId="{8F9939D3-8832-4C0C-A314-B0345CA5EA93}" srcOrd="0" destOrd="0" presId="urn:microsoft.com/office/officeart/2005/8/layout/cycle2"/>
    <dgm:cxn modelId="{B6BA3940-D367-4CC7-8E91-EC998BA089F1}" type="presParOf" srcId="{1D19F9D4-F3E2-4858-A79B-6B3523A62F74}" destId="{E19B5DE7-E4F2-40A5-B060-04F069B95EA9}" srcOrd="8" destOrd="0" presId="urn:microsoft.com/office/officeart/2005/8/layout/cycle2"/>
    <dgm:cxn modelId="{0CCD7E08-C668-48B2-9928-7387E067BBD2}" type="presParOf" srcId="{1D19F9D4-F3E2-4858-A79B-6B3523A62F74}" destId="{52DCB46C-732D-4DC2-87AF-3DCCFF5FB817}" srcOrd="9" destOrd="0" presId="urn:microsoft.com/office/officeart/2005/8/layout/cycle2"/>
    <dgm:cxn modelId="{A4A976B7-5991-4953-9BF1-DC68E7CEF582}" type="presParOf" srcId="{52DCB46C-732D-4DC2-87AF-3DCCFF5FB817}" destId="{68B9AAE1-E3DB-4523-8A7B-5E86B423D741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E86D2E-CE54-46A7-BA31-D4E553D13C9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BC58DC8-EC9A-4825-8072-0FE0F4F278A6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9540E01E-909E-4B97-95CC-BB63025F8FD4}" type="parTrans" cxnId="{278F557A-39E6-4D78-BBAA-E7767FBFEDF1}">
      <dgm:prSet/>
      <dgm:spPr/>
      <dgm:t>
        <a:bodyPr/>
        <a:lstStyle/>
        <a:p>
          <a:pPr latinLnBrk="1"/>
          <a:endParaRPr lang="ko-KR" altLang="en-US"/>
        </a:p>
      </dgm:t>
    </dgm:pt>
    <dgm:pt modelId="{77394817-2FD5-45A1-8FEC-30A6F483C854}" type="sibTrans" cxnId="{278F557A-39E6-4D78-BBAA-E7767FBFEDF1}">
      <dgm:prSet/>
      <dgm:spPr/>
      <dgm:t>
        <a:bodyPr/>
        <a:lstStyle/>
        <a:p>
          <a:pPr latinLnBrk="1"/>
          <a:endParaRPr lang="ko-KR" altLang="en-US"/>
        </a:p>
      </dgm:t>
    </dgm:pt>
    <dgm:pt modelId="{A4FCB875-8BD6-4552-B3A8-9C34CA526EB0}" type="asst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20C096AE-94BB-417A-AB53-09859CEEF78C}" type="parTrans" cxnId="{1806FBBD-579E-4226-AF86-C627168F69E7}">
      <dgm:prSet/>
      <dgm:spPr/>
      <dgm:t>
        <a:bodyPr/>
        <a:lstStyle/>
        <a:p>
          <a:pPr latinLnBrk="1"/>
          <a:endParaRPr lang="ko-KR" altLang="en-US"/>
        </a:p>
      </dgm:t>
    </dgm:pt>
    <dgm:pt modelId="{D83CC380-F0A4-4BA5-97EE-8D589B7AA0B0}" type="sibTrans" cxnId="{1806FBBD-579E-4226-AF86-C627168F69E7}">
      <dgm:prSet/>
      <dgm:spPr/>
      <dgm:t>
        <a:bodyPr/>
        <a:lstStyle/>
        <a:p>
          <a:pPr latinLnBrk="1"/>
          <a:endParaRPr lang="ko-KR" altLang="en-US"/>
        </a:p>
      </dgm:t>
    </dgm:pt>
    <dgm:pt modelId="{97DC0416-5609-44CC-B4FF-FA35E74F945E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9B8D5550-5B75-4FE6-9805-60A730B4D8A8}" type="parTrans" cxnId="{7482277F-09CB-44AB-B5C8-E7AAFCDC4D81}">
      <dgm:prSet/>
      <dgm:spPr/>
      <dgm:t>
        <a:bodyPr/>
        <a:lstStyle/>
        <a:p>
          <a:pPr latinLnBrk="1"/>
          <a:endParaRPr lang="ko-KR" altLang="en-US"/>
        </a:p>
      </dgm:t>
    </dgm:pt>
    <dgm:pt modelId="{EEA1A833-83E9-451C-8514-5F0B3F92F31C}" type="sibTrans" cxnId="{7482277F-09CB-44AB-B5C8-E7AAFCDC4D81}">
      <dgm:prSet/>
      <dgm:spPr/>
      <dgm:t>
        <a:bodyPr/>
        <a:lstStyle/>
        <a:p>
          <a:pPr latinLnBrk="1"/>
          <a:endParaRPr lang="ko-KR" altLang="en-US"/>
        </a:p>
      </dgm:t>
    </dgm:pt>
    <dgm:pt modelId="{AFE8D894-DCC8-4EAB-B6E9-DC1C2916A984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BECE2A05-D619-4D3B-9136-FE0E2FC7D0E2}" type="parTrans" cxnId="{3AB6BDE2-69E7-4C01-ABB6-7BB9FF100C43}">
      <dgm:prSet/>
      <dgm:spPr/>
      <dgm:t>
        <a:bodyPr/>
        <a:lstStyle/>
        <a:p>
          <a:pPr latinLnBrk="1"/>
          <a:endParaRPr lang="ko-KR" altLang="en-US"/>
        </a:p>
      </dgm:t>
    </dgm:pt>
    <dgm:pt modelId="{35A2E039-D476-4B2F-AA50-3AF50A4F7AF2}" type="sibTrans" cxnId="{3AB6BDE2-69E7-4C01-ABB6-7BB9FF100C43}">
      <dgm:prSet/>
      <dgm:spPr/>
      <dgm:t>
        <a:bodyPr/>
        <a:lstStyle/>
        <a:p>
          <a:pPr latinLnBrk="1"/>
          <a:endParaRPr lang="ko-KR" altLang="en-US"/>
        </a:p>
      </dgm:t>
    </dgm:pt>
    <dgm:pt modelId="{AF871426-1BE6-4BDB-8179-FD07D465EEA1}">
      <dgm:prSet phldrT="[텍스트]" phldr="0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81CD1ED5-D461-496D-BFEE-775126A8444B}" type="parTrans" cxnId="{7FF301A1-4356-4E10-894F-DF27185561A2}">
      <dgm:prSet/>
      <dgm:spPr/>
      <dgm:t>
        <a:bodyPr/>
        <a:lstStyle/>
        <a:p>
          <a:pPr latinLnBrk="1"/>
          <a:endParaRPr lang="ko-KR" altLang="en-US"/>
        </a:p>
      </dgm:t>
    </dgm:pt>
    <dgm:pt modelId="{43D0A855-4CD1-464D-A4FF-5DBC5EA95D34}" type="sibTrans" cxnId="{7FF301A1-4356-4E10-894F-DF27185561A2}">
      <dgm:prSet/>
      <dgm:spPr/>
      <dgm:t>
        <a:bodyPr/>
        <a:lstStyle/>
        <a:p>
          <a:pPr latinLnBrk="1"/>
          <a:endParaRPr lang="ko-KR" altLang="en-US"/>
        </a:p>
      </dgm:t>
    </dgm:pt>
    <dgm:pt modelId="{FE177F37-21A3-4B68-B0C8-30CCDB1F23A5}" type="pres">
      <dgm:prSet presAssocID="{A2E86D2E-CE54-46A7-BA31-D4E553D13C9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B3D0D45-A5DD-47B0-8357-286865187D27}" type="pres">
      <dgm:prSet presAssocID="{FBC58DC8-EC9A-4825-8072-0FE0F4F278A6}" presName="hierRoot1" presStyleCnt="0">
        <dgm:presLayoutVars>
          <dgm:hierBranch val="init"/>
        </dgm:presLayoutVars>
      </dgm:prSet>
      <dgm:spPr/>
    </dgm:pt>
    <dgm:pt modelId="{6F8B544C-262B-43E0-BB9C-20520822C79E}" type="pres">
      <dgm:prSet presAssocID="{FBC58DC8-EC9A-4825-8072-0FE0F4F278A6}" presName="rootComposite1" presStyleCnt="0"/>
      <dgm:spPr/>
    </dgm:pt>
    <dgm:pt modelId="{429897B1-D342-4561-B40B-DCC7154B21F8}" type="pres">
      <dgm:prSet presAssocID="{FBC58DC8-EC9A-4825-8072-0FE0F4F278A6}" presName="rootText1" presStyleLbl="node0" presStyleIdx="0" presStyleCnt="1">
        <dgm:presLayoutVars>
          <dgm:chPref val="3"/>
        </dgm:presLayoutVars>
      </dgm:prSet>
      <dgm:spPr/>
    </dgm:pt>
    <dgm:pt modelId="{BD39A5FF-F798-4F04-AB6D-21E10651DC0E}" type="pres">
      <dgm:prSet presAssocID="{FBC58DC8-EC9A-4825-8072-0FE0F4F278A6}" presName="rootConnector1" presStyleLbl="node1" presStyleIdx="0" presStyleCnt="0"/>
      <dgm:spPr/>
    </dgm:pt>
    <dgm:pt modelId="{8582873A-3776-4957-A2EB-3B7C26768987}" type="pres">
      <dgm:prSet presAssocID="{FBC58DC8-EC9A-4825-8072-0FE0F4F278A6}" presName="hierChild2" presStyleCnt="0"/>
      <dgm:spPr/>
    </dgm:pt>
    <dgm:pt modelId="{505B7BE7-DE52-413F-AE4B-7D4ACC4D5181}" type="pres">
      <dgm:prSet presAssocID="{9B8D5550-5B75-4FE6-9805-60A730B4D8A8}" presName="Name37" presStyleLbl="parChTrans1D2" presStyleIdx="0" presStyleCnt="4"/>
      <dgm:spPr/>
    </dgm:pt>
    <dgm:pt modelId="{25987707-A8DC-461D-8C6C-6F54AA12CC74}" type="pres">
      <dgm:prSet presAssocID="{97DC0416-5609-44CC-B4FF-FA35E74F945E}" presName="hierRoot2" presStyleCnt="0">
        <dgm:presLayoutVars>
          <dgm:hierBranch val="init"/>
        </dgm:presLayoutVars>
      </dgm:prSet>
      <dgm:spPr/>
    </dgm:pt>
    <dgm:pt modelId="{48CDB6FA-D765-403A-AA18-DEEC7F4E3B5D}" type="pres">
      <dgm:prSet presAssocID="{97DC0416-5609-44CC-B4FF-FA35E74F945E}" presName="rootComposite" presStyleCnt="0"/>
      <dgm:spPr/>
    </dgm:pt>
    <dgm:pt modelId="{CFDB68CC-71CA-4BDE-BE7F-BB31E4FC4B77}" type="pres">
      <dgm:prSet presAssocID="{97DC0416-5609-44CC-B4FF-FA35E74F945E}" presName="rootText" presStyleLbl="node2" presStyleIdx="0" presStyleCnt="3">
        <dgm:presLayoutVars>
          <dgm:chPref val="3"/>
        </dgm:presLayoutVars>
      </dgm:prSet>
      <dgm:spPr/>
    </dgm:pt>
    <dgm:pt modelId="{F6FB3815-04B3-46AE-88FD-195B2458BDFA}" type="pres">
      <dgm:prSet presAssocID="{97DC0416-5609-44CC-B4FF-FA35E74F945E}" presName="rootConnector" presStyleLbl="node2" presStyleIdx="0" presStyleCnt="3"/>
      <dgm:spPr/>
    </dgm:pt>
    <dgm:pt modelId="{E20F7534-E689-4258-91EC-204E1D99D35F}" type="pres">
      <dgm:prSet presAssocID="{97DC0416-5609-44CC-B4FF-FA35E74F945E}" presName="hierChild4" presStyleCnt="0"/>
      <dgm:spPr/>
    </dgm:pt>
    <dgm:pt modelId="{0B0A4664-D891-40E8-B8F2-1F9E86740388}" type="pres">
      <dgm:prSet presAssocID="{97DC0416-5609-44CC-B4FF-FA35E74F945E}" presName="hierChild5" presStyleCnt="0"/>
      <dgm:spPr/>
    </dgm:pt>
    <dgm:pt modelId="{0B478E50-130A-436E-B57B-2BA55DE62EE5}" type="pres">
      <dgm:prSet presAssocID="{BECE2A05-D619-4D3B-9136-FE0E2FC7D0E2}" presName="Name37" presStyleLbl="parChTrans1D2" presStyleIdx="1" presStyleCnt="4"/>
      <dgm:spPr/>
    </dgm:pt>
    <dgm:pt modelId="{5B8F5AE5-0DE7-4B14-8A16-3A83D6C6B890}" type="pres">
      <dgm:prSet presAssocID="{AFE8D894-DCC8-4EAB-B6E9-DC1C2916A984}" presName="hierRoot2" presStyleCnt="0">
        <dgm:presLayoutVars>
          <dgm:hierBranch val="init"/>
        </dgm:presLayoutVars>
      </dgm:prSet>
      <dgm:spPr/>
    </dgm:pt>
    <dgm:pt modelId="{80C90970-00ED-44CC-999D-485EA4C6FBD8}" type="pres">
      <dgm:prSet presAssocID="{AFE8D894-DCC8-4EAB-B6E9-DC1C2916A984}" presName="rootComposite" presStyleCnt="0"/>
      <dgm:spPr/>
    </dgm:pt>
    <dgm:pt modelId="{4F7B69B1-5A41-4B2F-8B07-BD834EF76281}" type="pres">
      <dgm:prSet presAssocID="{AFE8D894-DCC8-4EAB-B6E9-DC1C2916A984}" presName="rootText" presStyleLbl="node2" presStyleIdx="1" presStyleCnt="3">
        <dgm:presLayoutVars>
          <dgm:chPref val="3"/>
        </dgm:presLayoutVars>
      </dgm:prSet>
      <dgm:spPr/>
    </dgm:pt>
    <dgm:pt modelId="{7740E1EA-E6AB-46F8-B169-C9E0A41898D1}" type="pres">
      <dgm:prSet presAssocID="{AFE8D894-DCC8-4EAB-B6E9-DC1C2916A984}" presName="rootConnector" presStyleLbl="node2" presStyleIdx="1" presStyleCnt="3"/>
      <dgm:spPr/>
    </dgm:pt>
    <dgm:pt modelId="{CEDE757C-BCF3-4F63-B796-1ABBC323D158}" type="pres">
      <dgm:prSet presAssocID="{AFE8D894-DCC8-4EAB-B6E9-DC1C2916A984}" presName="hierChild4" presStyleCnt="0"/>
      <dgm:spPr/>
    </dgm:pt>
    <dgm:pt modelId="{26E933B6-8A12-41D8-8942-20ED0E53BF12}" type="pres">
      <dgm:prSet presAssocID="{AFE8D894-DCC8-4EAB-B6E9-DC1C2916A984}" presName="hierChild5" presStyleCnt="0"/>
      <dgm:spPr/>
    </dgm:pt>
    <dgm:pt modelId="{97463D28-4DF5-49DA-B72C-EBC6AC66BD71}" type="pres">
      <dgm:prSet presAssocID="{81CD1ED5-D461-496D-BFEE-775126A8444B}" presName="Name37" presStyleLbl="parChTrans1D2" presStyleIdx="2" presStyleCnt="4"/>
      <dgm:spPr/>
    </dgm:pt>
    <dgm:pt modelId="{AA3CA038-25A9-428A-82A9-D2546EAC2868}" type="pres">
      <dgm:prSet presAssocID="{AF871426-1BE6-4BDB-8179-FD07D465EEA1}" presName="hierRoot2" presStyleCnt="0">
        <dgm:presLayoutVars>
          <dgm:hierBranch val="init"/>
        </dgm:presLayoutVars>
      </dgm:prSet>
      <dgm:spPr/>
    </dgm:pt>
    <dgm:pt modelId="{4273CB81-1B13-4AA4-9E9D-60722870EF3F}" type="pres">
      <dgm:prSet presAssocID="{AF871426-1BE6-4BDB-8179-FD07D465EEA1}" presName="rootComposite" presStyleCnt="0"/>
      <dgm:spPr/>
    </dgm:pt>
    <dgm:pt modelId="{580D0A79-BF6C-4D02-904A-BA3CC6B68C33}" type="pres">
      <dgm:prSet presAssocID="{AF871426-1BE6-4BDB-8179-FD07D465EEA1}" presName="rootText" presStyleLbl="node2" presStyleIdx="2" presStyleCnt="3">
        <dgm:presLayoutVars>
          <dgm:chPref val="3"/>
        </dgm:presLayoutVars>
      </dgm:prSet>
      <dgm:spPr/>
    </dgm:pt>
    <dgm:pt modelId="{667D3CE7-6907-4CC3-BA9C-441823334822}" type="pres">
      <dgm:prSet presAssocID="{AF871426-1BE6-4BDB-8179-FD07D465EEA1}" presName="rootConnector" presStyleLbl="node2" presStyleIdx="2" presStyleCnt="3"/>
      <dgm:spPr/>
    </dgm:pt>
    <dgm:pt modelId="{509B0E35-D15E-4D7B-8FE8-B3644DEE57C9}" type="pres">
      <dgm:prSet presAssocID="{AF871426-1BE6-4BDB-8179-FD07D465EEA1}" presName="hierChild4" presStyleCnt="0"/>
      <dgm:spPr/>
    </dgm:pt>
    <dgm:pt modelId="{A3976B69-E0B8-4FEA-818A-786CF8233E3C}" type="pres">
      <dgm:prSet presAssocID="{AF871426-1BE6-4BDB-8179-FD07D465EEA1}" presName="hierChild5" presStyleCnt="0"/>
      <dgm:spPr/>
    </dgm:pt>
    <dgm:pt modelId="{C5AA8132-82E1-4F19-82FE-0511A776E5AA}" type="pres">
      <dgm:prSet presAssocID="{FBC58DC8-EC9A-4825-8072-0FE0F4F278A6}" presName="hierChild3" presStyleCnt="0"/>
      <dgm:spPr/>
    </dgm:pt>
    <dgm:pt modelId="{6FBDAF74-E919-4F72-9073-68993CAEEE9C}" type="pres">
      <dgm:prSet presAssocID="{20C096AE-94BB-417A-AB53-09859CEEF78C}" presName="Name111" presStyleLbl="parChTrans1D2" presStyleIdx="3" presStyleCnt="4"/>
      <dgm:spPr/>
    </dgm:pt>
    <dgm:pt modelId="{E2BCE595-83AF-412E-A5D1-1CEAA0521B9C}" type="pres">
      <dgm:prSet presAssocID="{A4FCB875-8BD6-4552-B3A8-9C34CA526EB0}" presName="hierRoot3" presStyleCnt="0">
        <dgm:presLayoutVars>
          <dgm:hierBranch val="init"/>
        </dgm:presLayoutVars>
      </dgm:prSet>
      <dgm:spPr/>
    </dgm:pt>
    <dgm:pt modelId="{B5AC1ABB-CC91-4673-9596-8511F0FD94AB}" type="pres">
      <dgm:prSet presAssocID="{A4FCB875-8BD6-4552-B3A8-9C34CA526EB0}" presName="rootComposite3" presStyleCnt="0"/>
      <dgm:spPr/>
    </dgm:pt>
    <dgm:pt modelId="{ED448C9E-9887-4C45-B469-A852ADC1185C}" type="pres">
      <dgm:prSet presAssocID="{A4FCB875-8BD6-4552-B3A8-9C34CA526EB0}" presName="rootText3" presStyleLbl="asst1" presStyleIdx="0" presStyleCnt="1">
        <dgm:presLayoutVars>
          <dgm:chPref val="3"/>
        </dgm:presLayoutVars>
      </dgm:prSet>
      <dgm:spPr/>
    </dgm:pt>
    <dgm:pt modelId="{D5985AB7-2145-456E-B3B8-3199D688C298}" type="pres">
      <dgm:prSet presAssocID="{A4FCB875-8BD6-4552-B3A8-9C34CA526EB0}" presName="rootConnector3" presStyleLbl="asst1" presStyleIdx="0" presStyleCnt="1"/>
      <dgm:spPr/>
    </dgm:pt>
    <dgm:pt modelId="{1D92A57F-69DA-4198-92A7-3FBEF590CA2A}" type="pres">
      <dgm:prSet presAssocID="{A4FCB875-8BD6-4552-B3A8-9C34CA526EB0}" presName="hierChild6" presStyleCnt="0"/>
      <dgm:spPr/>
    </dgm:pt>
    <dgm:pt modelId="{60AEECC8-E3EB-45E0-B412-2951E08F50A6}" type="pres">
      <dgm:prSet presAssocID="{A4FCB875-8BD6-4552-B3A8-9C34CA526EB0}" presName="hierChild7" presStyleCnt="0"/>
      <dgm:spPr/>
    </dgm:pt>
  </dgm:ptLst>
  <dgm:cxnLst>
    <dgm:cxn modelId="{C6F82727-3CFB-4344-8DE5-B06B6341D707}" type="presOf" srcId="{AF871426-1BE6-4BDB-8179-FD07D465EEA1}" destId="{667D3CE7-6907-4CC3-BA9C-441823334822}" srcOrd="1" destOrd="0" presId="urn:microsoft.com/office/officeart/2005/8/layout/orgChart1"/>
    <dgm:cxn modelId="{48BF6038-E6A0-46FB-A7A5-631163A715DB}" type="presOf" srcId="{AFE8D894-DCC8-4EAB-B6E9-DC1C2916A984}" destId="{4F7B69B1-5A41-4B2F-8B07-BD834EF76281}" srcOrd="0" destOrd="0" presId="urn:microsoft.com/office/officeart/2005/8/layout/orgChart1"/>
    <dgm:cxn modelId="{A08AE839-7EE6-4E07-A753-B322FB1B9110}" type="presOf" srcId="{A4FCB875-8BD6-4552-B3A8-9C34CA526EB0}" destId="{D5985AB7-2145-456E-B3B8-3199D688C298}" srcOrd="1" destOrd="0" presId="urn:microsoft.com/office/officeart/2005/8/layout/orgChart1"/>
    <dgm:cxn modelId="{0597A13B-20B0-48F9-8F00-61C1876B57C4}" type="presOf" srcId="{81CD1ED5-D461-496D-BFEE-775126A8444B}" destId="{97463D28-4DF5-49DA-B72C-EBC6AC66BD71}" srcOrd="0" destOrd="0" presId="urn:microsoft.com/office/officeart/2005/8/layout/orgChart1"/>
    <dgm:cxn modelId="{40A7575D-7789-4157-80F0-C9F84AC6CA93}" type="presOf" srcId="{FBC58DC8-EC9A-4825-8072-0FE0F4F278A6}" destId="{429897B1-D342-4561-B40B-DCC7154B21F8}" srcOrd="0" destOrd="0" presId="urn:microsoft.com/office/officeart/2005/8/layout/orgChart1"/>
    <dgm:cxn modelId="{282A124F-C3B9-4A7F-BB16-D0104FABD074}" type="presOf" srcId="{BECE2A05-D619-4D3B-9136-FE0E2FC7D0E2}" destId="{0B478E50-130A-436E-B57B-2BA55DE62EE5}" srcOrd="0" destOrd="0" presId="urn:microsoft.com/office/officeart/2005/8/layout/orgChart1"/>
    <dgm:cxn modelId="{B4097C71-07E8-4F32-AE26-D690FDAC191E}" type="presOf" srcId="{97DC0416-5609-44CC-B4FF-FA35E74F945E}" destId="{CFDB68CC-71CA-4BDE-BE7F-BB31E4FC4B77}" srcOrd="0" destOrd="0" presId="urn:microsoft.com/office/officeart/2005/8/layout/orgChart1"/>
    <dgm:cxn modelId="{D66F0774-A8BF-4FD0-8943-0DC7B81A02C6}" type="presOf" srcId="{A2E86D2E-CE54-46A7-BA31-D4E553D13C93}" destId="{FE177F37-21A3-4B68-B0C8-30CCDB1F23A5}" srcOrd="0" destOrd="0" presId="urn:microsoft.com/office/officeart/2005/8/layout/orgChart1"/>
    <dgm:cxn modelId="{5BE4FA56-D5EF-4870-AAA5-43D874C26C15}" type="presOf" srcId="{AF871426-1BE6-4BDB-8179-FD07D465EEA1}" destId="{580D0A79-BF6C-4D02-904A-BA3CC6B68C33}" srcOrd="0" destOrd="0" presId="urn:microsoft.com/office/officeart/2005/8/layout/orgChart1"/>
    <dgm:cxn modelId="{278F557A-39E6-4D78-BBAA-E7767FBFEDF1}" srcId="{A2E86D2E-CE54-46A7-BA31-D4E553D13C93}" destId="{FBC58DC8-EC9A-4825-8072-0FE0F4F278A6}" srcOrd="0" destOrd="0" parTransId="{9540E01E-909E-4B97-95CC-BB63025F8FD4}" sibTransId="{77394817-2FD5-45A1-8FEC-30A6F483C854}"/>
    <dgm:cxn modelId="{7482277F-09CB-44AB-B5C8-E7AAFCDC4D81}" srcId="{FBC58DC8-EC9A-4825-8072-0FE0F4F278A6}" destId="{97DC0416-5609-44CC-B4FF-FA35E74F945E}" srcOrd="1" destOrd="0" parTransId="{9B8D5550-5B75-4FE6-9805-60A730B4D8A8}" sibTransId="{EEA1A833-83E9-451C-8514-5F0B3F92F31C}"/>
    <dgm:cxn modelId="{EBCA499A-8078-442D-90ED-656C2622DCFF}" type="presOf" srcId="{97DC0416-5609-44CC-B4FF-FA35E74F945E}" destId="{F6FB3815-04B3-46AE-88FD-195B2458BDFA}" srcOrd="1" destOrd="0" presId="urn:microsoft.com/office/officeart/2005/8/layout/orgChart1"/>
    <dgm:cxn modelId="{7FF301A1-4356-4E10-894F-DF27185561A2}" srcId="{FBC58DC8-EC9A-4825-8072-0FE0F4F278A6}" destId="{AF871426-1BE6-4BDB-8179-FD07D465EEA1}" srcOrd="3" destOrd="0" parTransId="{81CD1ED5-D461-496D-BFEE-775126A8444B}" sibTransId="{43D0A855-4CD1-464D-A4FF-5DBC5EA95D34}"/>
    <dgm:cxn modelId="{CC80DFB3-C51D-4663-A75A-22D971F1E1BD}" type="presOf" srcId="{20C096AE-94BB-417A-AB53-09859CEEF78C}" destId="{6FBDAF74-E919-4F72-9073-68993CAEEE9C}" srcOrd="0" destOrd="0" presId="urn:microsoft.com/office/officeart/2005/8/layout/orgChart1"/>
    <dgm:cxn modelId="{1806FBBD-579E-4226-AF86-C627168F69E7}" srcId="{FBC58DC8-EC9A-4825-8072-0FE0F4F278A6}" destId="{A4FCB875-8BD6-4552-B3A8-9C34CA526EB0}" srcOrd="0" destOrd="0" parTransId="{20C096AE-94BB-417A-AB53-09859CEEF78C}" sibTransId="{D83CC380-F0A4-4BA5-97EE-8D589B7AA0B0}"/>
    <dgm:cxn modelId="{29EBD3DC-EB9A-4290-BAF7-BF8A31F1D844}" type="presOf" srcId="{A4FCB875-8BD6-4552-B3A8-9C34CA526EB0}" destId="{ED448C9E-9887-4C45-B469-A852ADC1185C}" srcOrd="0" destOrd="0" presId="urn:microsoft.com/office/officeart/2005/8/layout/orgChart1"/>
    <dgm:cxn modelId="{3AB6BDE2-69E7-4C01-ABB6-7BB9FF100C43}" srcId="{FBC58DC8-EC9A-4825-8072-0FE0F4F278A6}" destId="{AFE8D894-DCC8-4EAB-B6E9-DC1C2916A984}" srcOrd="2" destOrd="0" parTransId="{BECE2A05-D619-4D3B-9136-FE0E2FC7D0E2}" sibTransId="{35A2E039-D476-4B2F-AA50-3AF50A4F7AF2}"/>
    <dgm:cxn modelId="{3520CDF2-5FEB-48D0-96E9-3C0238161DF1}" type="presOf" srcId="{AFE8D894-DCC8-4EAB-B6E9-DC1C2916A984}" destId="{7740E1EA-E6AB-46F8-B169-C9E0A41898D1}" srcOrd="1" destOrd="0" presId="urn:microsoft.com/office/officeart/2005/8/layout/orgChart1"/>
    <dgm:cxn modelId="{F2CC50F4-8D34-4A64-AA02-B0BD5764F5EF}" type="presOf" srcId="{FBC58DC8-EC9A-4825-8072-0FE0F4F278A6}" destId="{BD39A5FF-F798-4F04-AB6D-21E10651DC0E}" srcOrd="1" destOrd="0" presId="urn:microsoft.com/office/officeart/2005/8/layout/orgChart1"/>
    <dgm:cxn modelId="{8FFF38FF-54BA-44E4-8378-34247D5C65D0}" type="presOf" srcId="{9B8D5550-5B75-4FE6-9805-60A730B4D8A8}" destId="{505B7BE7-DE52-413F-AE4B-7D4ACC4D5181}" srcOrd="0" destOrd="0" presId="urn:microsoft.com/office/officeart/2005/8/layout/orgChart1"/>
    <dgm:cxn modelId="{7E09DDA0-21C0-44BA-8EE1-9E2F75E1CE48}" type="presParOf" srcId="{FE177F37-21A3-4B68-B0C8-30CCDB1F23A5}" destId="{AB3D0D45-A5DD-47B0-8357-286865187D27}" srcOrd="0" destOrd="0" presId="urn:microsoft.com/office/officeart/2005/8/layout/orgChart1"/>
    <dgm:cxn modelId="{C5B3F820-F52A-4A48-9394-2C3D187E79E0}" type="presParOf" srcId="{AB3D0D45-A5DD-47B0-8357-286865187D27}" destId="{6F8B544C-262B-43E0-BB9C-20520822C79E}" srcOrd="0" destOrd="0" presId="urn:microsoft.com/office/officeart/2005/8/layout/orgChart1"/>
    <dgm:cxn modelId="{735D3B73-55D9-4E12-A233-58E9622DB996}" type="presParOf" srcId="{6F8B544C-262B-43E0-BB9C-20520822C79E}" destId="{429897B1-D342-4561-B40B-DCC7154B21F8}" srcOrd="0" destOrd="0" presId="urn:microsoft.com/office/officeart/2005/8/layout/orgChart1"/>
    <dgm:cxn modelId="{4B1A0CFC-E462-44F6-941B-C168EFBB6350}" type="presParOf" srcId="{6F8B544C-262B-43E0-BB9C-20520822C79E}" destId="{BD39A5FF-F798-4F04-AB6D-21E10651DC0E}" srcOrd="1" destOrd="0" presId="urn:microsoft.com/office/officeart/2005/8/layout/orgChart1"/>
    <dgm:cxn modelId="{AC8238C4-D14C-4316-AFD7-00BA4B0A8C3A}" type="presParOf" srcId="{AB3D0D45-A5DD-47B0-8357-286865187D27}" destId="{8582873A-3776-4957-A2EB-3B7C26768987}" srcOrd="1" destOrd="0" presId="urn:microsoft.com/office/officeart/2005/8/layout/orgChart1"/>
    <dgm:cxn modelId="{963308F2-94C6-47EB-B5DC-3D90F2BB1479}" type="presParOf" srcId="{8582873A-3776-4957-A2EB-3B7C26768987}" destId="{505B7BE7-DE52-413F-AE4B-7D4ACC4D5181}" srcOrd="0" destOrd="0" presId="urn:microsoft.com/office/officeart/2005/8/layout/orgChart1"/>
    <dgm:cxn modelId="{C901B6C0-D54E-497D-8D6F-FFEAE3A0B21B}" type="presParOf" srcId="{8582873A-3776-4957-A2EB-3B7C26768987}" destId="{25987707-A8DC-461D-8C6C-6F54AA12CC74}" srcOrd="1" destOrd="0" presId="urn:microsoft.com/office/officeart/2005/8/layout/orgChart1"/>
    <dgm:cxn modelId="{34B5C6FB-B7AE-4AB5-A96F-1BD53EDA94D8}" type="presParOf" srcId="{25987707-A8DC-461D-8C6C-6F54AA12CC74}" destId="{48CDB6FA-D765-403A-AA18-DEEC7F4E3B5D}" srcOrd="0" destOrd="0" presId="urn:microsoft.com/office/officeart/2005/8/layout/orgChart1"/>
    <dgm:cxn modelId="{70822B12-33B3-46D6-B106-5E13C8F95A12}" type="presParOf" srcId="{48CDB6FA-D765-403A-AA18-DEEC7F4E3B5D}" destId="{CFDB68CC-71CA-4BDE-BE7F-BB31E4FC4B77}" srcOrd="0" destOrd="0" presId="urn:microsoft.com/office/officeart/2005/8/layout/orgChart1"/>
    <dgm:cxn modelId="{0D76AD68-B5ED-48BF-ACB7-169968DB9844}" type="presParOf" srcId="{48CDB6FA-D765-403A-AA18-DEEC7F4E3B5D}" destId="{F6FB3815-04B3-46AE-88FD-195B2458BDFA}" srcOrd="1" destOrd="0" presId="urn:microsoft.com/office/officeart/2005/8/layout/orgChart1"/>
    <dgm:cxn modelId="{2174E1B2-8CE5-4A5F-925A-338C5CF94B69}" type="presParOf" srcId="{25987707-A8DC-461D-8C6C-6F54AA12CC74}" destId="{E20F7534-E689-4258-91EC-204E1D99D35F}" srcOrd="1" destOrd="0" presId="urn:microsoft.com/office/officeart/2005/8/layout/orgChart1"/>
    <dgm:cxn modelId="{5C4EFD36-DC1B-4ED5-9AD5-324D4A98CD2B}" type="presParOf" srcId="{25987707-A8DC-461D-8C6C-6F54AA12CC74}" destId="{0B0A4664-D891-40E8-B8F2-1F9E86740388}" srcOrd="2" destOrd="0" presId="urn:microsoft.com/office/officeart/2005/8/layout/orgChart1"/>
    <dgm:cxn modelId="{F9B35951-DCBD-405F-90AE-55EB911283C5}" type="presParOf" srcId="{8582873A-3776-4957-A2EB-3B7C26768987}" destId="{0B478E50-130A-436E-B57B-2BA55DE62EE5}" srcOrd="2" destOrd="0" presId="urn:microsoft.com/office/officeart/2005/8/layout/orgChart1"/>
    <dgm:cxn modelId="{77F4350A-D35E-4D84-87CA-C212A602CD54}" type="presParOf" srcId="{8582873A-3776-4957-A2EB-3B7C26768987}" destId="{5B8F5AE5-0DE7-4B14-8A16-3A83D6C6B890}" srcOrd="3" destOrd="0" presId="urn:microsoft.com/office/officeart/2005/8/layout/orgChart1"/>
    <dgm:cxn modelId="{FE071552-0F5C-48E8-B292-52EAFF7907D4}" type="presParOf" srcId="{5B8F5AE5-0DE7-4B14-8A16-3A83D6C6B890}" destId="{80C90970-00ED-44CC-999D-485EA4C6FBD8}" srcOrd="0" destOrd="0" presId="urn:microsoft.com/office/officeart/2005/8/layout/orgChart1"/>
    <dgm:cxn modelId="{D7B4AB7B-E784-4D8B-B95A-2F301496142F}" type="presParOf" srcId="{80C90970-00ED-44CC-999D-485EA4C6FBD8}" destId="{4F7B69B1-5A41-4B2F-8B07-BD834EF76281}" srcOrd="0" destOrd="0" presId="urn:microsoft.com/office/officeart/2005/8/layout/orgChart1"/>
    <dgm:cxn modelId="{6CAF6996-201D-4355-920C-488E547CE48A}" type="presParOf" srcId="{80C90970-00ED-44CC-999D-485EA4C6FBD8}" destId="{7740E1EA-E6AB-46F8-B169-C9E0A41898D1}" srcOrd="1" destOrd="0" presId="urn:microsoft.com/office/officeart/2005/8/layout/orgChart1"/>
    <dgm:cxn modelId="{B5C3EF5B-2433-4589-86EE-35D58366C4C8}" type="presParOf" srcId="{5B8F5AE5-0DE7-4B14-8A16-3A83D6C6B890}" destId="{CEDE757C-BCF3-4F63-B796-1ABBC323D158}" srcOrd="1" destOrd="0" presId="urn:microsoft.com/office/officeart/2005/8/layout/orgChart1"/>
    <dgm:cxn modelId="{D2E8723D-4B4A-4538-8C9B-79862343FD4A}" type="presParOf" srcId="{5B8F5AE5-0DE7-4B14-8A16-3A83D6C6B890}" destId="{26E933B6-8A12-41D8-8942-20ED0E53BF12}" srcOrd="2" destOrd="0" presId="urn:microsoft.com/office/officeart/2005/8/layout/orgChart1"/>
    <dgm:cxn modelId="{F461898E-D915-41A3-B691-E41EABA1872E}" type="presParOf" srcId="{8582873A-3776-4957-A2EB-3B7C26768987}" destId="{97463D28-4DF5-49DA-B72C-EBC6AC66BD71}" srcOrd="4" destOrd="0" presId="urn:microsoft.com/office/officeart/2005/8/layout/orgChart1"/>
    <dgm:cxn modelId="{7194A5C7-3816-4C5D-AF28-958A7646DD2B}" type="presParOf" srcId="{8582873A-3776-4957-A2EB-3B7C26768987}" destId="{AA3CA038-25A9-428A-82A9-D2546EAC2868}" srcOrd="5" destOrd="0" presId="urn:microsoft.com/office/officeart/2005/8/layout/orgChart1"/>
    <dgm:cxn modelId="{D67B7903-0F1A-4C68-9F29-005A02827945}" type="presParOf" srcId="{AA3CA038-25A9-428A-82A9-D2546EAC2868}" destId="{4273CB81-1B13-4AA4-9E9D-60722870EF3F}" srcOrd="0" destOrd="0" presId="urn:microsoft.com/office/officeart/2005/8/layout/orgChart1"/>
    <dgm:cxn modelId="{89F1CBBA-851A-4D60-9CAE-4BFE2BA5F465}" type="presParOf" srcId="{4273CB81-1B13-4AA4-9E9D-60722870EF3F}" destId="{580D0A79-BF6C-4D02-904A-BA3CC6B68C33}" srcOrd="0" destOrd="0" presId="urn:microsoft.com/office/officeart/2005/8/layout/orgChart1"/>
    <dgm:cxn modelId="{3B46E9E8-00D5-4F22-B723-66257BEED722}" type="presParOf" srcId="{4273CB81-1B13-4AA4-9E9D-60722870EF3F}" destId="{667D3CE7-6907-4CC3-BA9C-441823334822}" srcOrd="1" destOrd="0" presId="urn:microsoft.com/office/officeart/2005/8/layout/orgChart1"/>
    <dgm:cxn modelId="{CB32C01B-D6D7-41EA-B92D-111DD43B6A11}" type="presParOf" srcId="{AA3CA038-25A9-428A-82A9-D2546EAC2868}" destId="{509B0E35-D15E-4D7B-8FE8-B3644DEE57C9}" srcOrd="1" destOrd="0" presId="urn:microsoft.com/office/officeart/2005/8/layout/orgChart1"/>
    <dgm:cxn modelId="{4DE902F5-73FC-4FB2-81E7-A14442129508}" type="presParOf" srcId="{AA3CA038-25A9-428A-82A9-D2546EAC2868}" destId="{A3976B69-E0B8-4FEA-818A-786CF8233E3C}" srcOrd="2" destOrd="0" presId="urn:microsoft.com/office/officeart/2005/8/layout/orgChart1"/>
    <dgm:cxn modelId="{2F8C9A53-33ED-4223-B3C1-DE69BC638D52}" type="presParOf" srcId="{AB3D0D45-A5DD-47B0-8357-286865187D27}" destId="{C5AA8132-82E1-4F19-82FE-0511A776E5AA}" srcOrd="2" destOrd="0" presId="urn:microsoft.com/office/officeart/2005/8/layout/orgChart1"/>
    <dgm:cxn modelId="{F5E0BBCF-C517-4198-99CF-208033369B85}" type="presParOf" srcId="{C5AA8132-82E1-4F19-82FE-0511A776E5AA}" destId="{6FBDAF74-E919-4F72-9073-68993CAEEE9C}" srcOrd="0" destOrd="0" presId="urn:microsoft.com/office/officeart/2005/8/layout/orgChart1"/>
    <dgm:cxn modelId="{5CE6B5C7-645C-4293-8742-66C1CC0F5A84}" type="presParOf" srcId="{C5AA8132-82E1-4F19-82FE-0511A776E5AA}" destId="{E2BCE595-83AF-412E-A5D1-1CEAA0521B9C}" srcOrd="1" destOrd="0" presId="urn:microsoft.com/office/officeart/2005/8/layout/orgChart1"/>
    <dgm:cxn modelId="{48AD608E-E262-4813-AABE-528F43675BF0}" type="presParOf" srcId="{E2BCE595-83AF-412E-A5D1-1CEAA0521B9C}" destId="{B5AC1ABB-CC91-4673-9596-8511F0FD94AB}" srcOrd="0" destOrd="0" presId="urn:microsoft.com/office/officeart/2005/8/layout/orgChart1"/>
    <dgm:cxn modelId="{53280178-1D26-457A-9DFE-A074DCFB8009}" type="presParOf" srcId="{B5AC1ABB-CC91-4673-9596-8511F0FD94AB}" destId="{ED448C9E-9887-4C45-B469-A852ADC1185C}" srcOrd="0" destOrd="0" presId="urn:microsoft.com/office/officeart/2005/8/layout/orgChart1"/>
    <dgm:cxn modelId="{7084933A-3BA6-45AD-A98D-1EBB6BC98D4D}" type="presParOf" srcId="{B5AC1ABB-CC91-4673-9596-8511F0FD94AB}" destId="{D5985AB7-2145-456E-B3B8-3199D688C298}" srcOrd="1" destOrd="0" presId="urn:microsoft.com/office/officeart/2005/8/layout/orgChart1"/>
    <dgm:cxn modelId="{D5CA0E48-3480-4791-AF95-023A04993764}" type="presParOf" srcId="{E2BCE595-83AF-412E-A5D1-1CEAA0521B9C}" destId="{1D92A57F-69DA-4198-92A7-3FBEF590CA2A}" srcOrd="1" destOrd="0" presId="urn:microsoft.com/office/officeart/2005/8/layout/orgChart1"/>
    <dgm:cxn modelId="{DA580566-C930-47CB-833E-64D64B2351DF}" type="presParOf" srcId="{E2BCE595-83AF-412E-A5D1-1CEAA0521B9C}" destId="{60AEECC8-E3EB-45E0-B412-2951E08F50A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AE00DD-9625-42FA-B02A-7B86EA6CD36C}" type="doc">
      <dgm:prSet loTypeId="urn:microsoft.com/office/officeart/2005/8/layout/balance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EEEE727-841D-44F7-BB11-0F1B933F5D40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CA622049-BCEE-4BBA-BBEA-7C325792936B}" type="parTrans" cxnId="{F4E7B78C-E748-4061-89F0-E08730E0A409}">
      <dgm:prSet/>
      <dgm:spPr/>
      <dgm:t>
        <a:bodyPr/>
        <a:lstStyle/>
        <a:p>
          <a:pPr latinLnBrk="1"/>
          <a:endParaRPr lang="ko-KR" altLang="en-US"/>
        </a:p>
      </dgm:t>
    </dgm:pt>
    <dgm:pt modelId="{60912D18-8132-4E81-900F-70BC2D362818}" type="sibTrans" cxnId="{F4E7B78C-E748-4061-89F0-E08730E0A409}">
      <dgm:prSet/>
      <dgm:spPr/>
      <dgm:t>
        <a:bodyPr/>
        <a:lstStyle/>
        <a:p>
          <a:pPr latinLnBrk="1"/>
          <a:endParaRPr lang="ko-KR" altLang="en-US"/>
        </a:p>
      </dgm:t>
    </dgm:pt>
    <dgm:pt modelId="{ABC88DF0-3C9B-4401-938F-E368EFA2BC8C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7B44179B-1783-482D-92F4-85A46D7F7C5A}" type="parTrans" cxnId="{E20D795A-539A-4EA1-953E-EDF36910E427}">
      <dgm:prSet/>
      <dgm:spPr/>
      <dgm:t>
        <a:bodyPr/>
        <a:lstStyle/>
        <a:p>
          <a:pPr latinLnBrk="1"/>
          <a:endParaRPr lang="ko-KR" altLang="en-US"/>
        </a:p>
      </dgm:t>
    </dgm:pt>
    <dgm:pt modelId="{B57DCC33-C485-40B2-8BE9-E327646ECEBF}" type="sibTrans" cxnId="{E20D795A-539A-4EA1-953E-EDF36910E427}">
      <dgm:prSet/>
      <dgm:spPr/>
      <dgm:t>
        <a:bodyPr/>
        <a:lstStyle/>
        <a:p>
          <a:pPr latinLnBrk="1"/>
          <a:endParaRPr lang="ko-KR" altLang="en-US"/>
        </a:p>
      </dgm:t>
    </dgm:pt>
    <dgm:pt modelId="{2D136ABF-BFFE-4518-9123-F3A0EB48909D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748477A6-4ABB-4277-B861-58C91B0F3A6B}" type="parTrans" cxnId="{07B17F34-1F59-4265-9463-50CD425F1EBA}">
      <dgm:prSet/>
      <dgm:spPr/>
      <dgm:t>
        <a:bodyPr/>
        <a:lstStyle/>
        <a:p>
          <a:pPr latinLnBrk="1"/>
          <a:endParaRPr lang="ko-KR" altLang="en-US"/>
        </a:p>
      </dgm:t>
    </dgm:pt>
    <dgm:pt modelId="{76A976EA-E0CB-4741-AE83-8816DEDE0544}" type="sibTrans" cxnId="{07B17F34-1F59-4265-9463-50CD425F1EBA}">
      <dgm:prSet/>
      <dgm:spPr/>
      <dgm:t>
        <a:bodyPr/>
        <a:lstStyle/>
        <a:p>
          <a:pPr latinLnBrk="1"/>
          <a:endParaRPr lang="ko-KR" altLang="en-US"/>
        </a:p>
      </dgm:t>
    </dgm:pt>
    <dgm:pt modelId="{985CD46F-9C1F-41D2-A1EB-826431FFEA95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79962AFD-E49B-44DB-881E-EDFC9E0F6C53}" type="parTrans" cxnId="{F7504BBF-CEB1-41D8-9FB1-F96123F90987}">
      <dgm:prSet/>
      <dgm:spPr/>
      <dgm:t>
        <a:bodyPr/>
        <a:lstStyle/>
        <a:p>
          <a:pPr latinLnBrk="1"/>
          <a:endParaRPr lang="ko-KR" altLang="en-US"/>
        </a:p>
      </dgm:t>
    </dgm:pt>
    <dgm:pt modelId="{C9A9075E-6F91-497E-90F0-61B62422A746}" type="sibTrans" cxnId="{F7504BBF-CEB1-41D8-9FB1-F96123F90987}">
      <dgm:prSet/>
      <dgm:spPr/>
      <dgm:t>
        <a:bodyPr/>
        <a:lstStyle/>
        <a:p>
          <a:pPr latinLnBrk="1"/>
          <a:endParaRPr lang="ko-KR" altLang="en-US"/>
        </a:p>
      </dgm:t>
    </dgm:pt>
    <dgm:pt modelId="{AAAF8D43-917F-4E8D-8BA0-C7B2FA78FC05}">
      <dgm:prSet phldrT="[텍스트]" phldr="0"/>
      <dgm:spPr/>
      <dgm:t>
        <a:bodyPr/>
        <a:lstStyle/>
        <a:p>
          <a:pPr latinLnBrk="1"/>
          <a:r>
            <a:rPr lang="en-US" altLang="ko-KR" dirty="0"/>
            <a:t>5</a:t>
          </a:r>
          <a:endParaRPr lang="ko-KR" altLang="en-US" dirty="0"/>
        </a:p>
      </dgm:t>
    </dgm:pt>
    <dgm:pt modelId="{0440BE96-C16E-41A5-A972-4E753376BA5C}" type="parTrans" cxnId="{75C54B8F-A2B3-4120-B357-C7A9FC818DEC}">
      <dgm:prSet/>
      <dgm:spPr/>
      <dgm:t>
        <a:bodyPr/>
        <a:lstStyle/>
        <a:p>
          <a:pPr latinLnBrk="1"/>
          <a:endParaRPr lang="ko-KR" altLang="en-US"/>
        </a:p>
      </dgm:t>
    </dgm:pt>
    <dgm:pt modelId="{C3A5241F-9D63-4D24-BE7B-3EDEF2C2E1A2}" type="sibTrans" cxnId="{75C54B8F-A2B3-4120-B357-C7A9FC818DEC}">
      <dgm:prSet/>
      <dgm:spPr/>
      <dgm:t>
        <a:bodyPr/>
        <a:lstStyle/>
        <a:p>
          <a:pPr latinLnBrk="1"/>
          <a:endParaRPr lang="ko-KR" altLang="en-US"/>
        </a:p>
      </dgm:t>
    </dgm:pt>
    <dgm:pt modelId="{BC8A3BE3-A64E-4124-992D-06D33E7FDD21}">
      <dgm:prSet phldrT="[텍스트]" phldr="0"/>
      <dgm:spPr/>
      <dgm:t>
        <a:bodyPr/>
        <a:lstStyle/>
        <a:p>
          <a:pPr latinLnBrk="1"/>
          <a:r>
            <a:rPr lang="en-US" altLang="ko-KR" dirty="0"/>
            <a:t>6</a:t>
          </a:r>
          <a:endParaRPr lang="ko-KR" altLang="en-US" dirty="0"/>
        </a:p>
      </dgm:t>
    </dgm:pt>
    <dgm:pt modelId="{8445D8DD-EAB6-4B6F-93B7-CDA3C242B712}" type="parTrans" cxnId="{2F017167-4673-4D0E-A149-5B9FC3E01C9E}">
      <dgm:prSet/>
      <dgm:spPr/>
      <dgm:t>
        <a:bodyPr/>
        <a:lstStyle/>
        <a:p>
          <a:pPr latinLnBrk="1"/>
          <a:endParaRPr lang="ko-KR" altLang="en-US"/>
        </a:p>
      </dgm:t>
    </dgm:pt>
    <dgm:pt modelId="{19896F10-9549-4444-8440-E7EB5A1D83D2}" type="sibTrans" cxnId="{2F017167-4673-4D0E-A149-5B9FC3E01C9E}">
      <dgm:prSet/>
      <dgm:spPr/>
      <dgm:t>
        <a:bodyPr/>
        <a:lstStyle/>
        <a:p>
          <a:pPr latinLnBrk="1"/>
          <a:endParaRPr lang="ko-KR" altLang="en-US"/>
        </a:p>
      </dgm:t>
    </dgm:pt>
    <dgm:pt modelId="{CAA81C9A-54EA-42A6-AD08-E1E61A072FCA}">
      <dgm:prSet phldrT="[텍스트]" phldr="0"/>
      <dgm:spPr/>
      <dgm:t>
        <a:bodyPr/>
        <a:lstStyle/>
        <a:p>
          <a:pPr latinLnBrk="1"/>
          <a:r>
            <a:rPr lang="en-US" altLang="ko-KR" dirty="0"/>
            <a:t>7</a:t>
          </a:r>
          <a:endParaRPr lang="ko-KR" altLang="en-US" dirty="0"/>
        </a:p>
      </dgm:t>
    </dgm:pt>
    <dgm:pt modelId="{03E316BD-4103-4F6E-81D2-98FCD539BD4B}" type="parTrans" cxnId="{0DCF4B44-9582-4898-8757-518E91B55C70}">
      <dgm:prSet/>
      <dgm:spPr/>
      <dgm:t>
        <a:bodyPr/>
        <a:lstStyle/>
        <a:p>
          <a:pPr latinLnBrk="1"/>
          <a:endParaRPr lang="ko-KR" altLang="en-US"/>
        </a:p>
      </dgm:t>
    </dgm:pt>
    <dgm:pt modelId="{E4B20175-85D0-438A-BD1A-8231CA7C06EC}" type="sibTrans" cxnId="{0DCF4B44-9582-4898-8757-518E91B55C70}">
      <dgm:prSet/>
      <dgm:spPr/>
      <dgm:t>
        <a:bodyPr/>
        <a:lstStyle/>
        <a:p>
          <a:pPr latinLnBrk="1"/>
          <a:endParaRPr lang="ko-KR" altLang="en-US"/>
        </a:p>
      </dgm:t>
    </dgm:pt>
    <dgm:pt modelId="{DD6CC97B-0B9F-4818-888A-B92394F8045A}" type="pres">
      <dgm:prSet presAssocID="{13AE00DD-9625-42FA-B02A-7B86EA6CD36C}" presName="outerComposite" presStyleCnt="0">
        <dgm:presLayoutVars>
          <dgm:chMax val="2"/>
          <dgm:animLvl val="lvl"/>
          <dgm:resizeHandles val="exact"/>
        </dgm:presLayoutVars>
      </dgm:prSet>
      <dgm:spPr/>
    </dgm:pt>
    <dgm:pt modelId="{D8219505-D1F6-45F2-A557-8C935E64AB5D}" type="pres">
      <dgm:prSet presAssocID="{13AE00DD-9625-42FA-B02A-7B86EA6CD36C}" presName="dummyMaxCanvas" presStyleCnt="0"/>
      <dgm:spPr/>
    </dgm:pt>
    <dgm:pt modelId="{AC0FCF51-20DE-4D61-81DA-4911388894BF}" type="pres">
      <dgm:prSet presAssocID="{13AE00DD-9625-42FA-B02A-7B86EA6CD36C}" presName="parentComposite" presStyleCnt="0"/>
      <dgm:spPr/>
    </dgm:pt>
    <dgm:pt modelId="{464C9EA9-571A-4EFA-A96C-E39F77E7E83F}" type="pres">
      <dgm:prSet presAssocID="{13AE00DD-9625-42FA-B02A-7B86EA6CD36C}" presName="parent1" presStyleLbl="alignAccFollowNode1" presStyleIdx="0" presStyleCnt="4">
        <dgm:presLayoutVars>
          <dgm:chMax val="4"/>
        </dgm:presLayoutVars>
      </dgm:prSet>
      <dgm:spPr/>
    </dgm:pt>
    <dgm:pt modelId="{EEEB8754-D163-4B15-8830-A25E010AA806}" type="pres">
      <dgm:prSet presAssocID="{13AE00DD-9625-42FA-B02A-7B86EA6CD36C}" presName="parent2" presStyleLbl="alignAccFollowNode1" presStyleIdx="1" presStyleCnt="4">
        <dgm:presLayoutVars>
          <dgm:chMax val="4"/>
        </dgm:presLayoutVars>
      </dgm:prSet>
      <dgm:spPr/>
    </dgm:pt>
    <dgm:pt modelId="{9445FDC8-BA6E-4E82-87F9-806015DD5C5C}" type="pres">
      <dgm:prSet presAssocID="{13AE00DD-9625-42FA-B02A-7B86EA6CD36C}" presName="childrenComposite" presStyleCnt="0"/>
      <dgm:spPr/>
    </dgm:pt>
    <dgm:pt modelId="{F0DCBC71-A940-4757-A67A-7A4EAB750758}" type="pres">
      <dgm:prSet presAssocID="{13AE00DD-9625-42FA-B02A-7B86EA6CD36C}" presName="dummyMaxCanvas_ChildArea" presStyleCnt="0"/>
      <dgm:spPr/>
    </dgm:pt>
    <dgm:pt modelId="{6D1F5CC8-FF45-4E2F-A8C2-B8B2F3D8599E}" type="pres">
      <dgm:prSet presAssocID="{13AE00DD-9625-42FA-B02A-7B86EA6CD36C}" presName="fulcrum" presStyleLbl="alignAccFollowNode1" presStyleIdx="2" presStyleCnt="4"/>
      <dgm:spPr/>
    </dgm:pt>
    <dgm:pt modelId="{68DC1D21-8467-482B-8616-E73F4AE4DA42}" type="pres">
      <dgm:prSet presAssocID="{13AE00DD-9625-42FA-B02A-7B86EA6CD36C}" presName="balance_23" presStyleLbl="alignAccFollowNode1" presStyleIdx="3" presStyleCnt="4">
        <dgm:presLayoutVars>
          <dgm:bulletEnabled val="1"/>
        </dgm:presLayoutVars>
      </dgm:prSet>
      <dgm:spPr/>
    </dgm:pt>
    <dgm:pt modelId="{01DF501C-FACB-4A2E-AB5B-54C8B719933C}" type="pres">
      <dgm:prSet presAssocID="{13AE00DD-9625-42FA-B02A-7B86EA6CD36C}" presName="right_23_1" presStyleLbl="node1" presStyleIdx="0" presStyleCnt="5">
        <dgm:presLayoutVars>
          <dgm:bulletEnabled val="1"/>
        </dgm:presLayoutVars>
      </dgm:prSet>
      <dgm:spPr/>
    </dgm:pt>
    <dgm:pt modelId="{35038DCB-4F96-4C13-B4BF-70A23F845E26}" type="pres">
      <dgm:prSet presAssocID="{13AE00DD-9625-42FA-B02A-7B86EA6CD36C}" presName="right_23_2" presStyleLbl="node1" presStyleIdx="1" presStyleCnt="5">
        <dgm:presLayoutVars>
          <dgm:bulletEnabled val="1"/>
        </dgm:presLayoutVars>
      </dgm:prSet>
      <dgm:spPr/>
    </dgm:pt>
    <dgm:pt modelId="{1A868067-4E0C-49D0-8401-834F95B14DEA}" type="pres">
      <dgm:prSet presAssocID="{13AE00DD-9625-42FA-B02A-7B86EA6CD36C}" presName="right_23_3" presStyleLbl="node1" presStyleIdx="2" presStyleCnt="5">
        <dgm:presLayoutVars>
          <dgm:bulletEnabled val="1"/>
        </dgm:presLayoutVars>
      </dgm:prSet>
      <dgm:spPr/>
    </dgm:pt>
    <dgm:pt modelId="{72AD8755-E5E1-49C1-9290-C7AA36DDE25F}" type="pres">
      <dgm:prSet presAssocID="{13AE00DD-9625-42FA-B02A-7B86EA6CD36C}" presName="left_23_1" presStyleLbl="node1" presStyleIdx="3" presStyleCnt="5">
        <dgm:presLayoutVars>
          <dgm:bulletEnabled val="1"/>
        </dgm:presLayoutVars>
      </dgm:prSet>
      <dgm:spPr/>
    </dgm:pt>
    <dgm:pt modelId="{BEF2060C-0C64-402A-87E2-10B2C56455D2}" type="pres">
      <dgm:prSet presAssocID="{13AE00DD-9625-42FA-B02A-7B86EA6CD36C}" presName="left_23_2" presStyleLbl="node1" presStyleIdx="4" presStyleCnt="5">
        <dgm:presLayoutVars>
          <dgm:bulletEnabled val="1"/>
        </dgm:presLayoutVars>
      </dgm:prSet>
      <dgm:spPr/>
    </dgm:pt>
  </dgm:ptLst>
  <dgm:cxnLst>
    <dgm:cxn modelId="{056C1E18-0EF0-4553-8C37-A2799BC90B61}" type="presOf" srcId="{985CD46F-9C1F-41D2-A1EB-826431FFEA95}" destId="{EEEB8754-D163-4B15-8830-A25E010AA806}" srcOrd="0" destOrd="0" presId="urn:microsoft.com/office/officeart/2005/8/layout/balance1"/>
    <dgm:cxn modelId="{A2C48F20-6840-4346-B2E2-95768D1AA9F9}" type="presOf" srcId="{CAA81C9A-54EA-42A6-AD08-E1E61A072FCA}" destId="{1A868067-4E0C-49D0-8401-834F95B14DEA}" srcOrd="0" destOrd="0" presId="urn:microsoft.com/office/officeart/2005/8/layout/balance1"/>
    <dgm:cxn modelId="{14BDDA29-ACC4-4566-82DA-24933ABB1DAC}" type="presOf" srcId="{2D136ABF-BFFE-4518-9123-F3A0EB48909D}" destId="{BEF2060C-0C64-402A-87E2-10B2C56455D2}" srcOrd="0" destOrd="0" presId="urn:microsoft.com/office/officeart/2005/8/layout/balance1"/>
    <dgm:cxn modelId="{B064182C-F499-4802-8BDE-3D544D7ADD61}" type="presOf" srcId="{BC8A3BE3-A64E-4124-992D-06D33E7FDD21}" destId="{35038DCB-4F96-4C13-B4BF-70A23F845E26}" srcOrd="0" destOrd="0" presId="urn:microsoft.com/office/officeart/2005/8/layout/balance1"/>
    <dgm:cxn modelId="{DB0DAB30-735D-47A4-97F2-231122EBECFF}" type="presOf" srcId="{DEEEE727-841D-44F7-BB11-0F1B933F5D40}" destId="{464C9EA9-571A-4EFA-A96C-E39F77E7E83F}" srcOrd="0" destOrd="0" presId="urn:microsoft.com/office/officeart/2005/8/layout/balance1"/>
    <dgm:cxn modelId="{07B17F34-1F59-4265-9463-50CD425F1EBA}" srcId="{DEEEE727-841D-44F7-BB11-0F1B933F5D40}" destId="{2D136ABF-BFFE-4518-9123-F3A0EB48909D}" srcOrd="1" destOrd="0" parTransId="{748477A6-4ABB-4277-B861-58C91B0F3A6B}" sibTransId="{76A976EA-E0CB-4741-AE83-8816DEDE0544}"/>
    <dgm:cxn modelId="{0DCF4B44-9582-4898-8757-518E91B55C70}" srcId="{985CD46F-9C1F-41D2-A1EB-826431FFEA95}" destId="{CAA81C9A-54EA-42A6-AD08-E1E61A072FCA}" srcOrd="2" destOrd="0" parTransId="{03E316BD-4103-4F6E-81D2-98FCD539BD4B}" sibTransId="{E4B20175-85D0-438A-BD1A-8231CA7C06EC}"/>
    <dgm:cxn modelId="{2F017167-4673-4D0E-A149-5B9FC3E01C9E}" srcId="{985CD46F-9C1F-41D2-A1EB-826431FFEA95}" destId="{BC8A3BE3-A64E-4124-992D-06D33E7FDD21}" srcOrd="1" destOrd="0" parTransId="{8445D8DD-EAB6-4B6F-93B7-CDA3C242B712}" sibTransId="{19896F10-9549-4444-8440-E7EB5A1D83D2}"/>
    <dgm:cxn modelId="{E20D795A-539A-4EA1-953E-EDF36910E427}" srcId="{DEEEE727-841D-44F7-BB11-0F1B933F5D40}" destId="{ABC88DF0-3C9B-4401-938F-E368EFA2BC8C}" srcOrd="0" destOrd="0" parTransId="{7B44179B-1783-482D-92F4-85A46D7F7C5A}" sibTransId="{B57DCC33-C485-40B2-8BE9-E327646ECEBF}"/>
    <dgm:cxn modelId="{EA1BC25A-7162-4664-9A9A-7A602CF45BA2}" type="presOf" srcId="{13AE00DD-9625-42FA-B02A-7B86EA6CD36C}" destId="{DD6CC97B-0B9F-4818-888A-B92394F8045A}" srcOrd="0" destOrd="0" presId="urn:microsoft.com/office/officeart/2005/8/layout/balance1"/>
    <dgm:cxn modelId="{F4E7B78C-E748-4061-89F0-E08730E0A409}" srcId="{13AE00DD-9625-42FA-B02A-7B86EA6CD36C}" destId="{DEEEE727-841D-44F7-BB11-0F1B933F5D40}" srcOrd="0" destOrd="0" parTransId="{CA622049-BCEE-4BBA-BBEA-7C325792936B}" sibTransId="{60912D18-8132-4E81-900F-70BC2D362818}"/>
    <dgm:cxn modelId="{75C54B8F-A2B3-4120-B357-C7A9FC818DEC}" srcId="{985CD46F-9C1F-41D2-A1EB-826431FFEA95}" destId="{AAAF8D43-917F-4E8D-8BA0-C7B2FA78FC05}" srcOrd="0" destOrd="0" parTransId="{0440BE96-C16E-41A5-A972-4E753376BA5C}" sibTransId="{C3A5241F-9D63-4D24-BE7B-3EDEF2C2E1A2}"/>
    <dgm:cxn modelId="{CFF8AFB7-11C0-415A-8D78-50E2C60C8505}" type="presOf" srcId="{ABC88DF0-3C9B-4401-938F-E368EFA2BC8C}" destId="{72AD8755-E5E1-49C1-9290-C7AA36DDE25F}" srcOrd="0" destOrd="0" presId="urn:microsoft.com/office/officeart/2005/8/layout/balance1"/>
    <dgm:cxn modelId="{F7504BBF-CEB1-41D8-9FB1-F96123F90987}" srcId="{13AE00DD-9625-42FA-B02A-7B86EA6CD36C}" destId="{985CD46F-9C1F-41D2-A1EB-826431FFEA95}" srcOrd="1" destOrd="0" parTransId="{79962AFD-E49B-44DB-881E-EDFC9E0F6C53}" sibTransId="{C9A9075E-6F91-497E-90F0-61B62422A746}"/>
    <dgm:cxn modelId="{F9AB83F7-8CC2-4546-AC7C-EE5D3CC217E7}" type="presOf" srcId="{AAAF8D43-917F-4E8D-8BA0-C7B2FA78FC05}" destId="{01DF501C-FACB-4A2E-AB5B-54C8B719933C}" srcOrd="0" destOrd="0" presId="urn:microsoft.com/office/officeart/2005/8/layout/balance1"/>
    <dgm:cxn modelId="{27C0A40E-C775-409D-9B4A-C4F6A343C8DB}" type="presParOf" srcId="{DD6CC97B-0B9F-4818-888A-B92394F8045A}" destId="{D8219505-D1F6-45F2-A557-8C935E64AB5D}" srcOrd="0" destOrd="0" presId="urn:microsoft.com/office/officeart/2005/8/layout/balance1"/>
    <dgm:cxn modelId="{88285F8B-38A2-44B4-B387-9D83E56EAB8D}" type="presParOf" srcId="{DD6CC97B-0B9F-4818-888A-B92394F8045A}" destId="{AC0FCF51-20DE-4D61-81DA-4911388894BF}" srcOrd="1" destOrd="0" presId="urn:microsoft.com/office/officeart/2005/8/layout/balance1"/>
    <dgm:cxn modelId="{E8237784-DAFB-403C-A070-89026C29DD8E}" type="presParOf" srcId="{AC0FCF51-20DE-4D61-81DA-4911388894BF}" destId="{464C9EA9-571A-4EFA-A96C-E39F77E7E83F}" srcOrd="0" destOrd="0" presId="urn:microsoft.com/office/officeart/2005/8/layout/balance1"/>
    <dgm:cxn modelId="{D274E6F7-CBBC-4FEE-BB53-E7CD4A37EBB6}" type="presParOf" srcId="{AC0FCF51-20DE-4D61-81DA-4911388894BF}" destId="{EEEB8754-D163-4B15-8830-A25E010AA806}" srcOrd="1" destOrd="0" presId="urn:microsoft.com/office/officeart/2005/8/layout/balance1"/>
    <dgm:cxn modelId="{0BCF050D-5C31-4CBA-BC37-BC94667597AC}" type="presParOf" srcId="{DD6CC97B-0B9F-4818-888A-B92394F8045A}" destId="{9445FDC8-BA6E-4E82-87F9-806015DD5C5C}" srcOrd="2" destOrd="0" presId="urn:microsoft.com/office/officeart/2005/8/layout/balance1"/>
    <dgm:cxn modelId="{475B3F74-A8BB-444D-A6C8-F9050E43C1D0}" type="presParOf" srcId="{9445FDC8-BA6E-4E82-87F9-806015DD5C5C}" destId="{F0DCBC71-A940-4757-A67A-7A4EAB750758}" srcOrd="0" destOrd="0" presId="urn:microsoft.com/office/officeart/2005/8/layout/balance1"/>
    <dgm:cxn modelId="{4D1A84F0-209B-4DB4-9858-9B3187A1E669}" type="presParOf" srcId="{9445FDC8-BA6E-4E82-87F9-806015DD5C5C}" destId="{6D1F5CC8-FF45-4E2F-A8C2-B8B2F3D8599E}" srcOrd="1" destOrd="0" presId="urn:microsoft.com/office/officeart/2005/8/layout/balance1"/>
    <dgm:cxn modelId="{AFE1E627-C430-4C38-9D46-C6C5C131E2A6}" type="presParOf" srcId="{9445FDC8-BA6E-4E82-87F9-806015DD5C5C}" destId="{68DC1D21-8467-482B-8616-E73F4AE4DA42}" srcOrd="2" destOrd="0" presId="urn:microsoft.com/office/officeart/2005/8/layout/balance1"/>
    <dgm:cxn modelId="{DEEF72FD-AAE5-43F6-AEDD-F2BE825105F0}" type="presParOf" srcId="{9445FDC8-BA6E-4E82-87F9-806015DD5C5C}" destId="{01DF501C-FACB-4A2E-AB5B-54C8B719933C}" srcOrd="3" destOrd="0" presId="urn:microsoft.com/office/officeart/2005/8/layout/balance1"/>
    <dgm:cxn modelId="{475D662E-3E13-4924-BB6C-5BF407166D65}" type="presParOf" srcId="{9445FDC8-BA6E-4E82-87F9-806015DD5C5C}" destId="{35038DCB-4F96-4C13-B4BF-70A23F845E26}" srcOrd="4" destOrd="0" presId="urn:microsoft.com/office/officeart/2005/8/layout/balance1"/>
    <dgm:cxn modelId="{89D3A4D5-3A67-4704-B965-CFFC957C3BED}" type="presParOf" srcId="{9445FDC8-BA6E-4E82-87F9-806015DD5C5C}" destId="{1A868067-4E0C-49D0-8401-834F95B14DEA}" srcOrd="5" destOrd="0" presId="urn:microsoft.com/office/officeart/2005/8/layout/balance1"/>
    <dgm:cxn modelId="{275F267A-3E64-4606-9A73-92134CDB16FD}" type="presParOf" srcId="{9445FDC8-BA6E-4E82-87F9-806015DD5C5C}" destId="{72AD8755-E5E1-49C1-9290-C7AA36DDE25F}" srcOrd="6" destOrd="0" presId="urn:microsoft.com/office/officeart/2005/8/layout/balance1"/>
    <dgm:cxn modelId="{35D5CC7F-5C89-4DA3-A429-95E97C07CBB7}" type="presParOf" srcId="{9445FDC8-BA6E-4E82-87F9-806015DD5C5C}" destId="{BEF2060C-0C64-402A-87E2-10B2C56455D2}" srcOrd="7" destOrd="0" presId="urn:microsoft.com/office/officeart/2005/8/layout/balanc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D05128-FE9A-4507-A9F1-35AA1AFDCE69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6FB74B0-7EF1-4B00-9137-28448A86AE45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A2751422-480B-402B-BF01-033F5D3C1226}" type="parTrans" cxnId="{8CC70524-B695-479F-B751-4CFEFC7D6BFA}">
      <dgm:prSet/>
      <dgm:spPr/>
      <dgm:t>
        <a:bodyPr/>
        <a:lstStyle/>
        <a:p>
          <a:pPr latinLnBrk="1"/>
          <a:endParaRPr lang="ko-KR" altLang="en-US"/>
        </a:p>
      </dgm:t>
    </dgm:pt>
    <dgm:pt modelId="{233AC9CC-FEA3-4054-9913-74678B688A57}" type="sibTrans" cxnId="{8CC70524-B695-479F-B751-4CFEFC7D6BFA}">
      <dgm:prSet/>
      <dgm:spPr/>
      <dgm:t>
        <a:bodyPr/>
        <a:lstStyle/>
        <a:p>
          <a:pPr latinLnBrk="1"/>
          <a:endParaRPr lang="ko-KR" altLang="en-US"/>
        </a:p>
      </dgm:t>
    </dgm:pt>
    <dgm:pt modelId="{F0E05208-D0EC-4FF2-9C5F-4BB406C2EDDE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BFB38E7C-30C9-4AE2-ACC2-D684D00E86B0}" type="parTrans" cxnId="{BBF72AC0-6298-4C92-9A99-F3EEDDBC28FC}">
      <dgm:prSet/>
      <dgm:spPr/>
      <dgm:t>
        <a:bodyPr/>
        <a:lstStyle/>
        <a:p>
          <a:pPr latinLnBrk="1"/>
          <a:endParaRPr lang="ko-KR" altLang="en-US"/>
        </a:p>
      </dgm:t>
    </dgm:pt>
    <dgm:pt modelId="{DDF1EB8E-17DB-490D-95DB-691F2F778BF5}" type="sibTrans" cxnId="{BBF72AC0-6298-4C92-9A99-F3EEDDBC28FC}">
      <dgm:prSet/>
      <dgm:spPr/>
      <dgm:t>
        <a:bodyPr/>
        <a:lstStyle/>
        <a:p>
          <a:pPr latinLnBrk="1"/>
          <a:endParaRPr lang="ko-KR" altLang="en-US"/>
        </a:p>
      </dgm:t>
    </dgm:pt>
    <dgm:pt modelId="{5D2DAA87-28E1-48A1-9A49-B31ACED12014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E95CA06E-E11F-4B1F-B3E1-D371BD325D46}" type="parTrans" cxnId="{F17DD603-25B2-476E-ADAD-8B848117B7D3}">
      <dgm:prSet/>
      <dgm:spPr/>
      <dgm:t>
        <a:bodyPr/>
        <a:lstStyle/>
        <a:p>
          <a:pPr latinLnBrk="1"/>
          <a:endParaRPr lang="ko-KR" altLang="en-US"/>
        </a:p>
      </dgm:t>
    </dgm:pt>
    <dgm:pt modelId="{D47DA60D-4C55-4D4A-82CA-7E9653940E42}" type="sibTrans" cxnId="{F17DD603-25B2-476E-ADAD-8B848117B7D3}">
      <dgm:prSet/>
      <dgm:spPr/>
      <dgm:t>
        <a:bodyPr/>
        <a:lstStyle/>
        <a:p>
          <a:pPr latinLnBrk="1"/>
          <a:endParaRPr lang="ko-KR" altLang="en-US"/>
        </a:p>
      </dgm:t>
    </dgm:pt>
    <dgm:pt modelId="{2FF52189-EF85-4B83-93A8-E999224ED524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88ECC49A-920C-4A54-98F3-D4A2C7404831}" type="parTrans" cxnId="{725CA2DB-03F6-4B50-854A-6D7997C83696}">
      <dgm:prSet/>
      <dgm:spPr/>
      <dgm:t>
        <a:bodyPr/>
        <a:lstStyle/>
        <a:p>
          <a:pPr latinLnBrk="1"/>
          <a:endParaRPr lang="ko-KR" altLang="en-US"/>
        </a:p>
      </dgm:t>
    </dgm:pt>
    <dgm:pt modelId="{DC93C55D-5A4C-40CC-AA82-65CF347F58C3}" type="sibTrans" cxnId="{725CA2DB-03F6-4B50-854A-6D7997C83696}">
      <dgm:prSet/>
      <dgm:spPr/>
      <dgm:t>
        <a:bodyPr/>
        <a:lstStyle/>
        <a:p>
          <a:pPr latinLnBrk="1"/>
          <a:endParaRPr lang="ko-KR" altLang="en-US"/>
        </a:p>
      </dgm:t>
    </dgm:pt>
    <dgm:pt modelId="{8AEECBB9-DACE-43C9-AEB7-7586EA89732E}" type="pres">
      <dgm:prSet presAssocID="{D6D05128-FE9A-4507-A9F1-35AA1AFDCE69}" presName="matrix" presStyleCnt="0">
        <dgm:presLayoutVars>
          <dgm:chMax val="1"/>
          <dgm:dir/>
          <dgm:resizeHandles val="exact"/>
        </dgm:presLayoutVars>
      </dgm:prSet>
      <dgm:spPr/>
    </dgm:pt>
    <dgm:pt modelId="{811CCD14-1C81-44C3-BDA0-B8D943D12171}" type="pres">
      <dgm:prSet presAssocID="{D6D05128-FE9A-4507-A9F1-35AA1AFDCE69}" presName="diamond" presStyleLbl="bgShp" presStyleIdx="0" presStyleCnt="1"/>
      <dgm:spPr/>
    </dgm:pt>
    <dgm:pt modelId="{E9BFBFD8-B726-48B7-8C8F-D94A544299FB}" type="pres">
      <dgm:prSet presAssocID="{D6D05128-FE9A-4507-A9F1-35AA1AFDCE6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F6BA650-8BF5-4C56-8636-EE672B7E6DD2}" type="pres">
      <dgm:prSet presAssocID="{D6D05128-FE9A-4507-A9F1-35AA1AFDCE6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5C0D530-CAE9-4E54-8F8D-9E8C03C5B845}" type="pres">
      <dgm:prSet presAssocID="{D6D05128-FE9A-4507-A9F1-35AA1AFDCE6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B6345F8-CD19-4CE7-90E8-6904A9F76012}" type="pres">
      <dgm:prSet presAssocID="{D6D05128-FE9A-4507-A9F1-35AA1AFDCE6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17DD603-25B2-476E-ADAD-8B848117B7D3}" srcId="{D6D05128-FE9A-4507-A9F1-35AA1AFDCE69}" destId="{5D2DAA87-28E1-48A1-9A49-B31ACED12014}" srcOrd="2" destOrd="0" parTransId="{E95CA06E-E11F-4B1F-B3E1-D371BD325D46}" sibTransId="{D47DA60D-4C55-4D4A-82CA-7E9653940E42}"/>
    <dgm:cxn modelId="{8CC70524-B695-479F-B751-4CFEFC7D6BFA}" srcId="{D6D05128-FE9A-4507-A9F1-35AA1AFDCE69}" destId="{26FB74B0-7EF1-4B00-9137-28448A86AE45}" srcOrd="0" destOrd="0" parTransId="{A2751422-480B-402B-BF01-033F5D3C1226}" sibTransId="{233AC9CC-FEA3-4054-9913-74678B688A57}"/>
    <dgm:cxn modelId="{9A256C90-522B-4365-BEBA-4F69F3BEB7BB}" type="presOf" srcId="{26FB74B0-7EF1-4B00-9137-28448A86AE45}" destId="{E9BFBFD8-B726-48B7-8C8F-D94A544299FB}" srcOrd="0" destOrd="0" presId="urn:microsoft.com/office/officeart/2005/8/layout/matrix3"/>
    <dgm:cxn modelId="{FEE94FA0-7063-436B-880F-5F08EA75B4FC}" type="presOf" srcId="{5D2DAA87-28E1-48A1-9A49-B31ACED12014}" destId="{D5C0D530-CAE9-4E54-8F8D-9E8C03C5B845}" srcOrd="0" destOrd="0" presId="urn:microsoft.com/office/officeart/2005/8/layout/matrix3"/>
    <dgm:cxn modelId="{5FDEB6AB-C3CD-477A-BB6F-3AE1498F1242}" type="presOf" srcId="{F0E05208-D0EC-4FF2-9C5F-4BB406C2EDDE}" destId="{DF6BA650-8BF5-4C56-8636-EE672B7E6DD2}" srcOrd="0" destOrd="0" presId="urn:microsoft.com/office/officeart/2005/8/layout/matrix3"/>
    <dgm:cxn modelId="{BBF72AC0-6298-4C92-9A99-F3EEDDBC28FC}" srcId="{D6D05128-FE9A-4507-A9F1-35AA1AFDCE69}" destId="{F0E05208-D0EC-4FF2-9C5F-4BB406C2EDDE}" srcOrd="1" destOrd="0" parTransId="{BFB38E7C-30C9-4AE2-ACC2-D684D00E86B0}" sibTransId="{DDF1EB8E-17DB-490D-95DB-691F2F778BF5}"/>
    <dgm:cxn modelId="{C679FDC5-D2AA-428E-9262-A9A17F5B4336}" type="presOf" srcId="{2FF52189-EF85-4B83-93A8-E999224ED524}" destId="{EB6345F8-CD19-4CE7-90E8-6904A9F76012}" srcOrd="0" destOrd="0" presId="urn:microsoft.com/office/officeart/2005/8/layout/matrix3"/>
    <dgm:cxn modelId="{725CA2DB-03F6-4B50-854A-6D7997C83696}" srcId="{D6D05128-FE9A-4507-A9F1-35AA1AFDCE69}" destId="{2FF52189-EF85-4B83-93A8-E999224ED524}" srcOrd="3" destOrd="0" parTransId="{88ECC49A-920C-4A54-98F3-D4A2C7404831}" sibTransId="{DC93C55D-5A4C-40CC-AA82-65CF347F58C3}"/>
    <dgm:cxn modelId="{0533C3EC-5DA6-49FE-BC13-0AD145A15BD8}" type="presOf" srcId="{D6D05128-FE9A-4507-A9F1-35AA1AFDCE69}" destId="{8AEECBB9-DACE-43C9-AEB7-7586EA89732E}" srcOrd="0" destOrd="0" presId="urn:microsoft.com/office/officeart/2005/8/layout/matrix3"/>
    <dgm:cxn modelId="{1CF430F4-06CD-47CD-A180-DC8BF6F0C863}" type="presParOf" srcId="{8AEECBB9-DACE-43C9-AEB7-7586EA89732E}" destId="{811CCD14-1C81-44C3-BDA0-B8D943D12171}" srcOrd="0" destOrd="0" presId="urn:microsoft.com/office/officeart/2005/8/layout/matrix3"/>
    <dgm:cxn modelId="{68439B49-3343-4A51-86D3-CE9B7B4C81DC}" type="presParOf" srcId="{8AEECBB9-DACE-43C9-AEB7-7586EA89732E}" destId="{E9BFBFD8-B726-48B7-8C8F-D94A544299FB}" srcOrd="1" destOrd="0" presId="urn:microsoft.com/office/officeart/2005/8/layout/matrix3"/>
    <dgm:cxn modelId="{5FFB89FF-92B3-4932-86AC-2AC583D76852}" type="presParOf" srcId="{8AEECBB9-DACE-43C9-AEB7-7586EA89732E}" destId="{DF6BA650-8BF5-4C56-8636-EE672B7E6DD2}" srcOrd="2" destOrd="0" presId="urn:microsoft.com/office/officeart/2005/8/layout/matrix3"/>
    <dgm:cxn modelId="{1DB41F47-7024-4822-8B03-8E1B12CDED0A}" type="presParOf" srcId="{8AEECBB9-DACE-43C9-AEB7-7586EA89732E}" destId="{D5C0D530-CAE9-4E54-8F8D-9E8C03C5B845}" srcOrd="3" destOrd="0" presId="urn:microsoft.com/office/officeart/2005/8/layout/matrix3"/>
    <dgm:cxn modelId="{DC6F97D3-E8D7-4899-9D3C-2AA67597CBCC}" type="presParOf" srcId="{8AEECBB9-DACE-43C9-AEB7-7586EA89732E}" destId="{EB6345F8-CD19-4CE7-90E8-6904A9F7601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1801AF-88A3-41FA-9F60-4C9A3206F5DD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279AD39-DC1D-4F1A-8E03-E26CBFCA2637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81F384E5-7883-4DFD-A378-07A32E22FF32}" type="parTrans" cxnId="{4E7E42DF-0A0F-47A1-BA0C-9A7C7A8E1A18}">
      <dgm:prSet/>
      <dgm:spPr/>
      <dgm:t>
        <a:bodyPr/>
        <a:lstStyle/>
        <a:p>
          <a:pPr latinLnBrk="1"/>
          <a:endParaRPr lang="ko-KR" altLang="en-US"/>
        </a:p>
      </dgm:t>
    </dgm:pt>
    <dgm:pt modelId="{CCE20B84-97F9-4CA7-9E29-ABB1A1BE5113}" type="sibTrans" cxnId="{4E7E42DF-0A0F-47A1-BA0C-9A7C7A8E1A18}">
      <dgm:prSet/>
      <dgm:spPr/>
      <dgm:t>
        <a:bodyPr/>
        <a:lstStyle/>
        <a:p>
          <a:pPr latinLnBrk="1"/>
          <a:endParaRPr lang="ko-KR" altLang="en-US"/>
        </a:p>
      </dgm:t>
    </dgm:pt>
    <dgm:pt modelId="{C68BBE00-1869-46B0-888B-11912CC65ED1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E9A31EC4-007C-4703-91B4-0EE75521ADEF}" type="parTrans" cxnId="{0FD8EE61-CCB5-4868-8198-BE2EF1EF9F03}">
      <dgm:prSet/>
      <dgm:spPr/>
      <dgm:t>
        <a:bodyPr/>
        <a:lstStyle/>
        <a:p>
          <a:pPr latinLnBrk="1"/>
          <a:endParaRPr lang="ko-KR" altLang="en-US"/>
        </a:p>
      </dgm:t>
    </dgm:pt>
    <dgm:pt modelId="{6A498859-7CEE-4CFA-91AD-0A7FEC09398C}" type="sibTrans" cxnId="{0FD8EE61-CCB5-4868-8198-BE2EF1EF9F03}">
      <dgm:prSet/>
      <dgm:spPr/>
      <dgm:t>
        <a:bodyPr/>
        <a:lstStyle/>
        <a:p>
          <a:pPr latinLnBrk="1"/>
          <a:endParaRPr lang="ko-KR" altLang="en-US"/>
        </a:p>
      </dgm:t>
    </dgm:pt>
    <dgm:pt modelId="{2BC765B5-E8E5-4A55-81E1-22D8F303D0A8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9D7FDA5F-A552-4860-AD37-E95B99B1C7E4}" type="parTrans" cxnId="{E87BA16D-83C0-4419-B9B1-07225ADAE540}">
      <dgm:prSet/>
      <dgm:spPr/>
      <dgm:t>
        <a:bodyPr/>
        <a:lstStyle/>
        <a:p>
          <a:pPr latinLnBrk="1"/>
          <a:endParaRPr lang="ko-KR" altLang="en-US"/>
        </a:p>
      </dgm:t>
    </dgm:pt>
    <dgm:pt modelId="{59D4A172-E823-4473-BA57-C659E6998B0C}" type="sibTrans" cxnId="{E87BA16D-83C0-4419-B9B1-07225ADAE540}">
      <dgm:prSet/>
      <dgm:spPr/>
      <dgm:t>
        <a:bodyPr/>
        <a:lstStyle/>
        <a:p>
          <a:pPr latinLnBrk="1"/>
          <a:endParaRPr lang="ko-KR" altLang="en-US"/>
        </a:p>
      </dgm:t>
    </dgm:pt>
    <dgm:pt modelId="{F5807D91-6F32-4E84-845F-C897576604CE}" type="pres">
      <dgm:prSet presAssocID="{3E1801AF-88A3-41FA-9F60-4C9A3206F5DD}" presName="Name0" presStyleCnt="0">
        <dgm:presLayoutVars>
          <dgm:dir/>
          <dgm:animLvl val="lvl"/>
          <dgm:resizeHandles val="exact"/>
        </dgm:presLayoutVars>
      </dgm:prSet>
      <dgm:spPr/>
    </dgm:pt>
    <dgm:pt modelId="{212D7192-C49C-473E-A2E6-8A185C2C19F8}" type="pres">
      <dgm:prSet presAssocID="{8279AD39-DC1D-4F1A-8E03-E26CBFCA2637}" presName="Name8" presStyleCnt="0"/>
      <dgm:spPr/>
    </dgm:pt>
    <dgm:pt modelId="{9F301298-657C-4115-9A79-273EA4100AA1}" type="pres">
      <dgm:prSet presAssocID="{8279AD39-DC1D-4F1A-8E03-E26CBFCA2637}" presName="level" presStyleLbl="node1" presStyleIdx="0" presStyleCnt="3">
        <dgm:presLayoutVars>
          <dgm:chMax val="1"/>
          <dgm:bulletEnabled val="1"/>
        </dgm:presLayoutVars>
      </dgm:prSet>
      <dgm:spPr/>
    </dgm:pt>
    <dgm:pt modelId="{D621C4C2-C7AE-415F-BA92-15042610E9E7}" type="pres">
      <dgm:prSet presAssocID="{8279AD39-DC1D-4F1A-8E03-E26CBFCA263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B6CDF5-7AF1-4916-9E3B-7D4DE00E142E}" type="pres">
      <dgm:prSet presAssocID="{C68BBE00-1869-46B0-888B-11912CC65ED1}" presName="Name8" presStyleCnt="0"/>
      <dgm:spPr/>
    </dgm:pt>
    <dgm:pt modelId="{7672E2FC-4D1B-4D92-A1B4-D89A8A29844A}" type="pres">
      <dgm:prSet presAssocID="{C68BBE00-1869-46B0-888B-11912CC65ED1}" presName="level" presStyleLbl="node1" presStyleIdx="1" presStyleCnt="3">
        <dgm:presLayoutVars>
          <dgm:chMax val="1"/>
          <dgm:bulletEnabled val="1"/>
        </dgm:presLayoutVars>
      </dgm:prSet>
      <dgm:spPr/>
    </dgm:pt>
    <dgm:pt modelId="{FA732342-B1A1-4CB0-9CD8-76B64F7C83DB}" type="pres">
      <dgm:prSet presAssocID="{C68BBE00-1869-46B0-888B-11912CC65ED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0E8028F-70A9-428D-92D8-5E769EEC9377}" type="pres">
      <dgm:prSet presAssocID="{2BC765B5-E8E5-4A55-81E1-22D8F303D0A8}" presName="Name8" presStyleCnt="0"/>
      <dgm:spPr/>
    </dgm:pt>
    <dgm:pt modelId="{03DA5781-DB62-41C1-B02A-D14A2CF90A23}" type="pres">
      <dgm:prSet presAssocID="{2BC765B5-E8E5-4A55-81E1-22D8F303D0A8}" presName="level" presStyleLbl="node1" presStyleIdx="2" presStyleCnt="3">
        <dgm:presLayoutVars>
          <dgm:chMax val="1"/>
          <dgm:bulletEnabled val="1"/>
        </dgm:presLayoutVars>
      </dgm:prSet>
      <dgm:spPr/>
    </dgm:pt>
    <dgm:pt modelId="{61B38C36-4DD9-4780-B584-5A20D15825F5}" type="pres">
      <dgm:prSet presAssocID="{2BC765B5-E8E5-4A55-81E1-22D8F303D0A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2465608-7D18-46AE-9AEF-83F1F83526BD}" type="presOf" srcId="{2BC765B5-E8E5-4A55-81E1-22D8F303D0A8}" destId="{03DA5781-DB62-41C1-B02A-D14A2CF90A23}" srcOrd="0" destOrd="0" presId="urn:microsoft.com/office/officeart/2005/8/layout/pyramid1"/>
    <dgm:cxn modelId="{046E9934-5D9A-4480-903C-354CB00FBF1A}" type="presOf" srcId="{C68BBE00-1869-46B0-888B-11912CC65ED1}" destId="{FA732342-B1A1-4CB0-9CD8-76B64F7C83DB}" srcOrd="1" destOrd="0" presId="urn:microsoft.com/office/officeart/2005/8/layout/pyramid1"/>
    <dgm:cxn modelId="{0FD8EE61-CCB5-4868-8198-BE2EF1EF9F03}" srcId="{3E1801AF-88A3-41FA-9F60-4C9A3206F5DD}" destId="{C68BBE00-1869-46B0-888B-11912CC65ED1}" srcOrd="1" destOrd="0" parTransId="{E9A31EC4-007C-4703-91B4-0EE75521ADEF}" sibTransId="{6A498859-7CEE-4CFA-91AD-0A7FEC09398C}"/>
    <dgm:cxn modelId="{0B5ADD69-D8F4-4365-9DAA-FFBE33F50F85}" type="presOf" srcId="{C68BBE00-1869-46B0-888B-11912CC65ED1}" destId="{7672E2FC-4D1B-4D92-A1B4-D89A8A29844A}" srcOrd="0" destOrd="0" presId="urn:microsoft.com/office/officeart/2005/8/layout/pyramid1"/>
    <dgm:cxn modelId="{E87BA16D-83C0-4419-B9B1-07225ADAE540}" srcId="{3E1801AF-88A3-41FA-9F60-4C9A3206F5DD}" destId="{2BC765B5-E8E5-4A55-81E1-22D8F303D0A8}" srcOrd="2" destOrd="0" parTransId="{9D7FDA5F-A552-4860-AD37-E95B99B1C7E4}" sibTransId="{59D4A172-E823-4473-BA57-C659E6998B0C}"/>
    <dgm:cxn modelId="{331A7BA9-3B6A-4799-B944-CAA74B9D1ADA}" type="presOf" srcId="{2BC765B5-E8E5-4A55-81E1-22D8F303D0A8}" destId="{61B38C36-4DD9-4780-B584-5A20D15825F5}" srcOrd="1" destOrd="0" presId="urn:microsoft.com/office/officeart/2005/8/layout/pyramid1"/>
    <dgm:cxn modelId="{DAE9EAAC-A276-4CC2-AA37-A70C630683E9}" type="presOf" srcId="{8279AD39-DC1D-4F1A-8E03-E26CBFCA2637}" destId="{9F301298-657C-4115-9A79-273EA4100AA1}" srcOrd="0" destOrd="0" presId="urn:microsoft.com/office/officeart/2005/8/layout/pyramid1"/>
    <dgm:cxn modelId="{4E7E42DF-0A0F-47A1-BA0C-9A7C7A8E1A18}" srcId="{3E1801AF-88A3-41FA-9F60-4C9A3206F5DD}" destId="{8279AD39-DC1D-4F1A-8E03-E26CBFCA2637}" srcOrd="0" destOrd="0" parTransId="{81F384E5-7883-4DFD-A378-07A32E22FF32}" sibTransId="{CCE20B84-97F9-4CA7-9E29-ABB1A1BE5113}"/>
    <dgm:cxn modelId="{C5993FEA-3270-4EEE-99E0-69216B94B1FB}" type="presOf" srcId="{3E1801AF-88A3-41FA-9F60-4C9A3206F5DD}" destId="{F5807D91-6F32-4E84-845F-C897576604CE}" srcOrd="0" destOrd="0" presId="urn:microsoft.com/office/officeart/2005/8/layout/pyramid1"/>
    <dgm:cxn modelId="{89E0FCF1-2709-4C3A-A376-915E5EFDEAF6}" type="presOf" srcId="{8279AD39-DC1D-4F1A-8E03-E26CBFCA2637}" destId="{D621C4C2-C7AE-415F-BA92-15042610E9E7}" srcOrd="1" destOrd="0" presId="urn:microsoft.com/office/officeart/2005/8/layout/pyramid1"/>
    <dgm:cxn modelId="{1824636A-D63F-4085-B387-7BA07970A46D}" type="presParOf" srcId="{F5807D91-6F32-4E84-845F-C897576604CE}" destId="{212D7192-C49C-473E-A2E6-8A185C2C19F8}" srcOrd="0" destOrd="0" presId="urn:microsoft.com/office/officeart/2005/8/layout/pyramid1"/>
    <dgm:cxn modelId="{D9C1135F-8FAA-46EA-8E62-2DB702305847}" type="presParOf" srcId="{212D7192-C49C-473E-A2E6-8A185C2C19F8}" destId="{9F301298-657C-4115-9A79-273EA4100AA1}" srcOrd="0" destOrd="0" presId="urn:microsoft.com/office/officeart/2005/8/layout/pyramid1"/>
    <dgm:cxn modelId="{C555EE9C-4E28-40B6-ACEE-B8390098D201}" type="presParOf" srcId="{212D7192-C49C-473E-A2E6-8A185C2C19F8}" destId="{D621C4C2-C7AE-415F-BA92-15042610E9E7}" srcOrd="1" destOrd="0" presId="urn:microsoft.com/office/officeart/2005/8/layout/pyramid1"/>
    <dgm:cxn modelId="{47CDE8CB-B541-41F6-B150-F75E949BC185}" type="presParOf" srcId="{F5807D91-6F32-4E84-845F-C897576604CE}" destId="{37B6CDF5-7AF1-4916-9E3B-7D4DE00E142E}" srcOrd="1" destOrd="0" presId="urn:microsoft.com/office/officeart/2005/8/layout/pyramid1"/>
    <dgm:cxn modelId="{73CF7A9F-47B0-4E30-AD47-5E2A89969A70}" type="presParOf" srcId="{37B6CDF5-7AF1-4916-9E3B-7D4DE00E142E}" destId="{7672E2FC-4D1B-4D92-A1B4-D89A8A29844A}" srcOrd="0" destOrd="0" presId="urn:microsoft.com/office/officeart/2005/8/layout/pyramid1"/>
    <dgm:cxn modelId="{175C626B-4E86-437C-B541-F380D136020B}" type="presParOf" srcId="{37B6CDF5-7AF1-4916-9E3B-7D4DE00E142E}" destId="{FA732342-B1A1-4CB0-9CD8-76B64F7C83DB}" srcOrd="1" destOrd="0" presId="urn:microsoft.com/office/officeart/2005/8/layout/pyramid1"/>
    <dgm:cxn modelId="{34DCD12E-9C62-4F45-87D0-388CABEF6B3F}" type="presParOf" srcId="{F5807D91-6F32-4E84-845F-C897576604CE}" destId="{20E8028F-70A9-428D-92D8-5E769EEC9377}" srcOrd="2" destOrd="0" presId="urn:microsoft.com/office/officeart/2005/8/layout/pyramid1"/>
    <dgm:cxn modelId="{01C083BD-DC6F-4AAA-ACF6-B368AA4FD658}" type="presParOf" srcId="{20E8028F-70A9-428D-92D8-5E769EEC9377}" destId="{03DA5781-DB62-41C1-B02A-D14A2CF90A23}" srcOrd="0" destOrd="0" presId="urn:microsoft.com/office/officeart/2005/8/layout/pyramid1"/>
    <dgm:cxn modelId="{031E5D69-B7E8-4360-A196-53D6D49FF8E9}" type="presParOf" srcId="{20E8028F-70A9-428D-92D8-5E769EEC9377}" destId="{61B38C36-4DD9-4780-B584-5A20D15825F5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DA7371-C845-4FD5-819E-792571C497C9}" type="doc">
      <dgm:prSet loTypeId="urn:microsoft.com/office/officeart/2008/layout/AccentedPicture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4A638DD8-2901-4974-80B5-BB5E6D06A209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endParaRPr lang="ko-KR" altLang="en-US" dirty="0"/>
        </a:p>
      </dgm:t>
    </dgm:pt>
    <dgm:pt modelId="{6A47C499-AA08-4AE2-8003-85094CB24D27}" type="parTrans" cxnId="{D6C85FA1-99B8-4336-94BF-51F2310145DC}">
      <dgm:prSet/>
      <dgm:spPr/>
      <dgm:t>
        <a:bodyPr/>
        <a:lstStyle/>
        <a:p>
          <a:pPr latinLnBrk="1"/>
          <a:endParaRPr lang="ko-KR" altLang="en-US"/>
        </a:p>
      </dgm:t>
    </dgm:pt>
    <dgm:pt modelId="{E796941F-67C5-4AD8-9AA5-ACA0B573B66D}" type="sibTrans" cxnId="{D6C85FA1-99B8-4336-94BF-51F2310145DC}">
      <dgm:prSet/>
      <dgm:spPr>
        <a:blipFill>
          <a:blip xmlns:r="http://schemas.openxmlformats.org/officeDocument/2006/relationships" r:embed="rId1"/>
          <a:srcRect/>
          <a:stretch>
            <a:fillRect l="-42000" r="-42000"/>
          </a:stretch>
        </a:blipFill>
      </dgm:spPr>
      <dgm:t>
        <a:bodyPr/>
        <a:lstStyle/>
        <a:p>
          <a:pPr latinLnBrk="1"/>
          <a:endParaRPr lang="ko-KR" altLang="en-US"/>
        </a:p>
      </dgm:t>
    </dgm:pt>
    <dgm:pt modelId="{5CDCE509-7560-4D45-BFA1-351734F6B8A9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endParaRPr lang="ko-KR" altLang="en-US" dirty="0"/>
        </a:p>
      </dgm:t>
    </dgm:pt>
    <dgm:pt modelId="{4DC50038-73A8-454F-841F-00A4B9856161}" type="parTrans" cxnId="{9ED81721-5015-4D5B-8DFB-B5B177C664CE}">
      <dgm:prSet/>
      <dgm:spPr/>
      <dgm:t>
        <a:bodyPr/>
        <a:lstStyle/>
        <a:p>
          <a:pPr latinLnBrk="1"/>
          <a:endParaRPr lang="ko-KR" altLang="en-US"/>
        </a:p>
      </dgm:t>
    </dgm:pt>
    <dgm:pt modelId="{E93AB6F2-8CE6-4D8A-B571-A6050B0103CD}" type="sibTrans" cxnId="{9ED81721-5015-4D5B-8DFB-B5B177C664CE}">
      <dgm:prSet/>
      <dgm:spPr/>
      <dgm:t>
        <a:bodyPr/>
        <a:lstStyle/>
        <a:p>
          <a:pPr latinLnBrk="1"/>
          <a:endParaRPr lang="ko-KR" altLang="en-US"/>
        </a:p>
      </dgm:t>
    </dgm:pt>
    <dgm:pt modelId="{7421CE70-12BB-474C-8F37-EAC16DFAE82A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endParaRPr lang="ko-KR" altLang="en-US" dirty="0"/>
        </a:p>
      </dgm:t>
    </dgm:pt>
    <dgm:pt modelId="{D86D3F61-5138-412A-9383-2E5C0131F79A}" type="parTrans" cxnId="{715BB654-CEC0-4555-89A9-A26E18F4BC94}">
      <dgm:prSet/>
      <dgm:spPr/>
      <dgm:t>
        <a:bodyPr/>
        <a:lstStyle/>
        <a:p>
          <a:pPr latinLnBrk="1"/>
          <a:endParaRPr lang="ko-KR" altLang="en-US"/>
        </a:p>
      </dgm:t>
    </dgm:pt>
    <dgm:pt modelId="{C1B1528D-6F74-4CC6-980C-83A1A299D74B}" type="sibTrans" cxnId="{715BB654-CEC0-4555-89A9-A26E18F4BC94}">
      <dgm:prSet/>
      <dgm:spPr/>
      <dgm:t>
        <a:bodyPr/>
        <a:lstStyle/>
        <a:p>
          <a:pPr latinLnBrk="1"/>
          <a:endParaRPr lang="ko-KR" altLang="en-US"/>
        </a:p>
      </dgm:t>
    </dgm:pt>
    <dgm:pt modelId="{7870083D-AD4F-42A1-B227-B38FD5872930}">
      <dgm:prSet phldrT="[텍스트]" phldr="0"/>
      <dgm:spPr/>
      <dgm:t>
        <a:bodyPr/>
        <a:lstStyle/>
        <a:p>
          <a:pPr latinLnBrk="1"/>
          <a:r>
            <a:rPr lang="en-US" altLang="ko-KR" dirty="0"/>
            <a:t>4</a:t>
          </a:r>
          <a:endParaRPr lang="ko-KR" altLang="en-US" dirty="0"/>
        </a:p>
      </dgm:t>
    </dgm:pt>
    <dgm:pt modelId="{5EF52A2C-8A93-4058-B9AF-A361E3A63FAB}" type="parTrans" cxnId="{A40B2A06-3169-402C-A062-B37866AB0811}">
      <dgm:prSet/>
      <dgm:spPr/>
      <dgm:t>
        <a:bodyPr/>
        <a:lstStyle/>
        <a:p>
          <a:pPr latinLnBrk="1"/>
          <a:endParaRPr lang="ko-KR" altLang="en-US"/>
        </a:p>
      </dgm:t>
    </dgm:pt>
    <dgm:pt modelId="{9B42F5C6-5D65-40CB-B30B-5AA859833A01}" type="sibTrans" cxnId="{A40B2A06-3169-402C-A062-B37866AB0811}">
      <dgm:prSet/>
      <dgm:spPr/>
      <dgm:t>
        <a:bodyPr/>
        <a:lstStyle/>
        <a:p>
          <a:pPr latinLnBrk="1"/>
          <a:endParaRPr lang="ko-KR" altLang="en-US"/>
        </a:p>
      </dgm:t>
    </dgm:pt>
    <dgm:pt modelId="{7ED30DE2-D626-4338-B278-62C27025A773}" type="pres">
      <dgm:prSet presAssocID="{9CDA7371-C845-4FD5-819E-792571C497C9}" presName="Name0" presStyleCnt="0">
        <dgm:presLayoutVars>
          <dgm:dir/>
        </dgm:presLayoutVars>
      </dgm:prSet>
      <dgm:spPr/>
    </dgm:pt>
    <dgm:pt modelId="{B613DE2C-449C-40A8-A36F-48C039CB6F95}" type="pres">
      <dgm:prSet presAssocID="{E796941F-67C5-4AD8-9AA5-ACA0B573B66D}" presName="picture_1" presStyleLbl="bgImgPlace1" presStyleIdx="0" presStyleCnt="1"/>
      <dgm:spPr/>
    </dgm:pt>
    <dgm:pt modelId="{0CC1C4B5-6D05-4218-A36D-8F876C2683DE}" type="pres">
      <dgm:prSet presAssocID="{4A638DD8-2901-4974-80B5-BB5E6D06A209}" presName="text_1" presStyleLbl="node1" presStyleIdx="0" presStyleCnt="0">
        <dgm:presLayoutVars>
          <dgm:bulletEnabled val="1"/>
        </dgm:presLayoutVars>
      </dgm:prSet>
      <dgm:spPr/>
    </dgm:pt>
    <dgm:pt modelId="{84915C8C-AEA9-4FA3-84D0-6F8EFFD3952A}" type="pres">
      <dgm:prSet presAssocID="{9CDA7371-C845-4FD5-819E-792571C497C9}" presName="linV" presStyleCnt="0"/>
      <dgm:spPr/>
    </dgm:pt>
    <dgm:pt modelId="{08D6FFE6-23B6-410E-868C-03E5A1BB6F73}" type="pres">
      <dgm:prSet presAssocID="{5CDCE509-7560-4D45-BFA1-351734F6B8A9}" presName="pair" presStyleCnt="0"/>
      <dgm:spPr/>
    </dgm:pt>
    <dgm:pt modelId="{DF6F9133-4A99-4CCD-A97F-ACBEC0772E7A}" type="pres">
      <dgm:prSet presAssocID="{5CDCE509-7560-4D45-BFA1-351734F6B8A9}" presName="spaceH" presStyleLbl="node1" presStyleIdx="0" presStyleCnt="0"/>
      <dgm:spPr/>
    </dgm:pt>
    <dgm:pt modelId="{F1524D1C-6CAB-4BE0-A69D-11D6AF7E572F}" type="pres">
      <dgm:prSet presAssocID="{5CDCE509-7560-4D45-BFA1-351734F6B8A9}" presName="desPictures" presStyleLbl="alignImgPlace1" presStyleIdx="0" presStyleCnt="3"/>
      <dgm:spPr/>
    </dgm:pt>
    <dgm:pt modelId="{38700734-93AE-4375-9CDB-333130E9407C}" type="pres">
      <dgm:prSet presAssocID="{5CDCE509-7560-4D45-BFA1-351734F6B8A9}" presName="desTextWrapper" presStyleCnt="0"/>
      <dgm:spPr/>
    </dgm:pt>
    <dgm:pt modelId="{14C49261-DF07-4C24-80A0-02D6599346FA}" type="pres">
      <dgm:prSet presAssocID="{5CDCE509-7560-4D45-BFA1-351734F6B8A9}" presName="desText" presStyleLbl="revTx" presStyleIdx="0" presStyleCnt="3">
        <dgm:presLayoutVars>
          <dgm:bulletEnabled val="1"/>
        </dgm:presLayoutVars>
      </dgm:prSet>
      <dgm:spPr/>
    </dgm:pt>
    <dgm:pt modelId="{2882C0F1-DA6B-4EA1-B514-00DBE6D64FA3}" type="pres">
      <dgm:prSet presAssocID="{E93AB6F2-8CE6-4D8A-B571-A6050B0103CD}" presName="spaceV" presStyleCnt="0"/>
      <dgm:spPr/>
    </dgm:pt>
    <dgm:pt modelId="{6E8FA5D5-914F-44DB-B3ED-7480311421BC}" type="pres">
      <dgm:prSet presAssocID="{7421CE70-12BB-474C-8F37-EAC16DFAE82A}" presName="pair" presStyleCnt="0"/>
      <dgm:spPr/>
    </dgm:pt>
    <dgm:pt modelId="{9DA74BCE-AD0D-4121-9153-161846C45C6B}" type="pres">
      <dgm:prSet presAssocID="{7421CE70-12BB-474C-8F37-EAC16DFAE82A}" presName="spaceH" presStyleLbl="node1" presStyleIdx="0" presStyleCnt="0"/>
      <dgm:spPr/>
    </dgm:pt>
    <dgm:pt modelId="{D90772E8-63DA-4898-8605-37BDA8F1F161}" type="pres">
      <dgm:prSet presAssocID="{7421CE70-12BB-474C-8F37-EAC16DFAE82A}" presName="desPictures" presStyleLbl="alignImgPlace1" presStyleIdx="1" presStyleCnt="3"/>
      <dgm:spPr/>
    </dgm:pt>
    <dgm:pt modelId="{E9019D08-769A-444A-84B3-F0AE5FF6DE3B}" type="pres">
      <dgm:prSet presAssocID="{7421CE70-12BB-474C-8F37-EAC16DFAE82A}" presName="desTextWrapper" presStyleCnt="0"/>
      <dgm:spPr/>
    </dgm:pt>
    <dgm:pt modelId="{E5BF317B-4402-4748-B997-1E488F40C6D4}" type="pres">
      <dgm:prSet presAssocID="{7421CE70-12BB-474C-8F37-EAC16DFAE82A}" presName="desText" presStyleLbl="revTx" presStyleIdx="1" presStyleCnt="3">
        <dgm:presLayoutVars>
          <dgm:bulletEnabled val="1"/>
        </dgm:presLayoutVars>
      </dgm:prSet>
      <dgm:spPr/>
    </dgm:pt>
    <dgm:pt modelId="{70412278-0FBE-4384-9944-EFC5D8B09FC9}" type="pres">
      <dgm:prSet presAssocID="{C1B1528D-6F74-4CC6-980C-83A1A299D74B}" presName="spaceV" presStyleCnt="0"/>
      <dgm:spPr/>
    </dgm:pt>
    <dgm:pt modelId="{9199FE26-487B-4F48-8271-DE7946A42D87}" type="pres">
      <dgm:prSet presAssocID="{7870083D-AD4F-42A1-B227-B38FD5872930}" presName="pair" presStyleCnt="0"/>
      <dgm:spPr/>
    </dgm:pt>
    <dgm:pt modelId="{67AB6AB7-3CE3-4388-8ED3-B45B364D1B25}" type="pres">
      <dgm:prSet presAssocID="{7870083D-AD4F-42A1-B227-B38FD5872930}" presName="spaceH" presStyleLbl="node1" presStyleIdx="0" presStyleCnt="0"/>
      <dgm:spPr/>
    </dgm:pt>
    <dgm:pt modelId="{FE128690-5560-49C7-AA70-95E249880713}" type="pres">
      <dgm:prSet presAssocID="{7870083D-AD4F-42A1-B227-B38FD5872930}" presName="desPictures" presStyleLbl="alignImgPlace1" presStyleIdx="2" presStyleCnt="3"/>
      <dgm:spPr/>
    </dgm:pt>
    <dgm:pt modelId="{2DC72CBF-FC0A-441C-9097-1462CBFBDE26}" type="pres">
      <dgm:prSet presAssocID="{7870083D-AD4F-42A1-B227-B38FD5872930}" presName="desTextWrapper" presStyleCnt="0"/>
      <dgm:spPr/>
    </dgm:pt>
    <dgm:pt modelId="{0C0EC2DC-F46C-4CC7-8543-D09EAB4190AC}" type="pres">
      <dgm:prSet presAssocID="{7870083D-AD4F-42A1-B227-B38FD5872930}" presName="desText" presStyleLbl="revTx" presStyleIdx="2" presStyleCnt="3">
        <dgm:presLayoutVars>
          <dgm:bulletEnabled val="1"/>
        </dgm:presLayoutVars>
      </dgm:prSet>
      <dgm:spPr/>
    </dgm:pt>
    <dgm:pt modelId="{3A345B1A-5F0F-4FE0-87CB-D747E5645E55}" type="pres">
      <dgm:prSet presAssocID="{9CDA7371-C845-4FD5-819E-792571C497C9}" presName="maxNode" presStyleCnt="0"/>
      <dgm:spPr/>
    </dgm:pt>
    <dgm:pt modelId="{5B834F66-E812-4648-8ADC-957D05AA0C1B}" type="pres">
      <dgm:prSet presAssocID="{9CDA7371-C845-4FD5-819E-792571C497C9}" presName="Name33" presStyleCnt="0"/>
      <dgm:spPr/>
    </dgm:pt>
  </dgm:ptLst>
  <dgm:cxnLst>
    <dgm:cxn modelId="{A40B2A06-3169-402C-A062-B37866AB0811}" srcId="{9CDA7371-C845-4FD5-819E-792571C497C9}" destId="{7870083D-AD4F-42A1-B227-B38FD5872930}" srcOrd="3" destOrd="0" parTransId="{5EF52A2C-8A93-4058-B9AF-A361E3A63FAB}" sibTransId="{9B42F5C6-5D65-40CB-B30B-5AA859833A01}"/>
    <dgm:cxn modelId="{9ED81721-5015-4D5B-8DFB-B5B177C664CE}" srcId="{9CDA7371-C845-4FD5-819E-792571C497C9}" destId="{5CDCE509-7560-4D45-BFA1-351734F6B8A9}" srcOrd="1" destOrd="0" parTransId="{4DC50038-73A8-454F-841F-00A4B9856161}" sibTransId="{E93AB6F2-8CE6-4D8A-B571-A6050B0103CD}"/>
    <dgm:cxn modelId="{8AF49965-1D87-435F-AB59-3FA439038A74}" type="presOf" srcId="{4A638DD8-2901-4974-80B5-BB5E6D06A209}" destId="{0CC1C4B5-6D05-4218-A36D-8F876C2683DE}" srcOrd="0" destOrd="0" presId="urn:microsoft.com/office/officeart/2008/layout/AccentedPicture"/>
    <dgm:cxn modelId="{715BB654-CEC0-4555-89A9-A26E18F4BC94}" srcId="{9CDA7371-C845-4FD5-819E-792571C497C9}" destId="{7421CE70-12BB-474C-8F37-EAC16DFAE82A}" srcOrd="2" destOrd="0" parTransId="{D86D3F61-5138-412A-9383-2E5C0131F79A}" sibTransId="{C1B1528D-6F74-4CC6-980C-83A1A299D74B}"/>
    <dgm:cxn modelId="{D37E3882-7248-4E6D-984B-FD1FC684430E}" type="presOf" srcId="{7421CE70-12BB-474C-8F37-EAC16DFAE82A}" destId="{E5BF317B-4402-4748-B997-1E488F40C6D4}" srcOrd="0" destOrd="0" presId="urn:microsoft.com/office/officeart/2008/layout/AccentedPicture"/>
    <dgm:cxn modelId="{AF4C2C92-4D5C-4757-A676-B6AB010CEF74}" type="presOf" srcId="{E796941F-67C5-4AD8-9AA5-ACA0B573B66D}" destId="{B613DE2C-449C-40A8-A36F-48C039CB6F95}" srcOrd="0" destOrd="0" presId="urn:microsoft.com/office/officeart/2008/layout/AccentedPicture"/>
    <dgm:cxn modelId="{D6C85FA1-99B8-4336-94BF-51F2310145DC}" srcId="{9CDA7371-C845-4FD5-819E-792571C497C9}" destId="{4A638DD8-2901-4974-80B5-BB5E6D06A209}" srcOrd="0" destOrd="0" parTransId="{6A47C499-AA08-4AE2-8003-85094CB24D27}" sibTransId="{E796941F-67C5-4AD8-9AA5-ACA0B573B66D}"/>
    <dgm:cxn modelId="{21ADE9AB-1410-4AB8-A41A-81C7E52BCD1E}" type="presOf" srcId="{5CDCE509-7560-4D45-BFA1-351734F6B8A9}" destId="{14C49261-DF07-4C24-80A0-02D6599346FA}" srcOrd="0" destOrd="0" presId="urn:microsoft.com/office/officeart/2008/layout/AccentedPicture"/>
    <dgm:cxn modelId="{0E0700E5-3C39-4FCA-9F76-A438890F03E3}" type="presOf" srcId="{9CDA7371-C845-4FD5-819E-792571C497C9}" destId="{7ED30DE2-D626-4338-B278-62C27025A773}" srcOrd="0" destOrd="0" presId="urn:microsoft.com/office/officeart/2008/layout/AccentedPicture"/>
    <dgm:cxn modelId="{60CD64E7-342B-4BD6-A5E6-0BDA61D3160D}" type="presOf" srcId="{7870083D-AD4F-42A1-B227-B38FD5872930}" destId="{0C0EC2DC-F46C-4CC7-8543-D09EAB4190AC}" srcOrd="0" destOrd="0" presId="urn:microsoft.com/office/officeart/2008/layout/AccentedPicture"/>
    <dgm:cxn modelId="{1DD20A74-B0F6-48F7-8981-C688EE72A805}" type="presParOf" srcId="{7ED30DE2-D626-4338-B278-62C27025A773}" destId="{B613DE2C-449C-40A8-A36F-48C039CB6F95}" srcOrd="0" destOrd="0" presId="urn:microsoft.com/office/officeart/2008/layout/AccentedPicture"/>
    <dgm:cxn modelId="{3AA8CBD9-1671-4E92-8631-2698A78E5C71}" type="presParOf" srcId="{7ED30DE2-D626-4338-B278-62C27025A773}" destId="{0CC1C4B5-6D05-4218-A36D-8F876C2683DE}" srcOrd="1" destOrd="0" presId="urn:microsoft.com/office/officeart/2008/layout/AccentedPicture"/>
    <dgm:cxn modelId="{8B6F1FD3-E4BE-4356-84D4-15F7924FF57A}" type="presParOf" srcId="{7ED30DE2-D626-4338-B278-62C27025A773}" destId="{84915C8C-AEA9-4FA3-84D0-6F8EFFD3952A}" srcOrd="2" destOrd="0" presId="urn:microsoft.com/office/officeart/2008/layout/AccentedPicture"/>
    <dgm:cxn modelId="{01FBEC3B-814A-4874-83E1-A78D3C55716B}" type="presParOf" srcId="{84915C8C-AEA9-4FA3-84D0-6F8EFFD3952A}" destId="{08D6FFE6-23B6-410E-868C-03E5A1BB6F73}" srcOrd="0" destOrd="0" presId="urn:microsoft.com/office/officeart/2008/layout/AccentedPicture"/>
    <dgm:cxn modelId="{7343C9C6-C8DA-41D8-9089-5BFA390B054C}" type="presParOf" srcId="{08D6FFE6-23B6-410E-868C-03E5A1BB6F73}" destId="{DF6F9133-4A99-4CCD-A97F-ACBEC0772E7A}" srcOrd="0" destOrd="0" presId="urn:microsoft.com/office/officeart/2008/layout/AccentedPicture"/>
    <dgm:cxn modelId="{BEE7640C-70BE-444F-8143-FE936C1A6493}" type="presParOf" srcId="{08D6FFE6-23B6-410E-868C-03E5A1BB6F73}" destId="{F1524D1C-6CAB-4BE0-A69D-11D6AF7E572F}" srcOrd="1" destOrd="0" presId="urn:microsoft.com/office/officeart/2008/layout/AccentedPicture"/>
    <dgm:cxn modelId="{49C18FE8-AE6D-4833-A1E9-B1DB0078B1B3}" type="presParOf" srcId="{08D6FFE6-23B6-410E-868C-03E5A1BB6F73}" destId="{38700734-93AE-4375-9CDB-333130E9407C}" srcOrd="2" destOrd="0" presId="urn:microsoft.com/office/officeart/2008/layout/AccentedPicture"/>
    <dgm:cxn modelId="{81FCFCFE-5719-40F0-A6E7-2DFF7138C2CF}" type="presParOf" srcId="{38700734-93AE-4375-9CDB-333130E9407C}" destId="{14C49261-DF07-4C24-80A0-02D6599346FA}" srcOrd="0" destOrd="0" presId="urn:microsoft.com/office/officeart/2008/layout/AccentedPicture"/>
    <dgm:cxn modelId="{461BF74D-A7A7-44C9-A10A-7B813D7B4B5A}" type="presParOf" srcId="{84915C8C-AEA9-4FA3-84D0-6F8EFFD3952A}" destId="{2882C0F1-DA6B-4EA1-B514-00DBE6D64FA3}" srcOrd="1" destOrd="0" presId="urn:microsoft.com/office/officeart/2008/layout/AccentedPicture"/>
    <dgm:cxn modelId="{53B1F0AB-EC3D-469B-A0B9-4FACE33B9EC3}" type="presParOf" srcId="{84915C8C-AEA9-4FA3-84D0-6F8EFFD3952A}" destId="{6E8FA5D5-914F-44DB-B3ED-7480311421BC}" srcOrd="2" destOrd="0" presId="urn:microsoft.com/office/officeart/2008/layout/AccentedPicture"/>
    <dgm:cxn modelId="{E755E814-45B8-41F6-83C6-5171395E90E4}" type="presParOf" srcId="{6E8FA5D5-914F-44DB-B3ED-7480311421BC}" destId="{9DA74BCE-AD0D-4121-9153-161846C45C6B}" srcOrd="0" destOrd="0" presId="urn:microsoft.com/office/officeart/2008/layout/AccentedPicture"/>
    <dgm:cxn modelId="{FB4BA2CE-E4E4-404C-9A3F-61A0EFB47F81}" type="presParOf" srcId="{6E8FA5D5-914F-44DB-B3ED-7480311421BC}" destId="{D90772E8-63DA-4898-8605-37BDA8F1F161}" srcOrd="1" destOrd="0" presId="urn:microsoft.com/office/officeart/2008/layout/AccentedPicture"/>
    <dgm:cxn modelId="{DCBE9DE6-7972-46FF-9F2A-FF72A8C58FEF}" type="presParOf" srcId="{6E8FA5D5-914F-44DB-B3ED-7480311421BC}" destId="{E9019D08-769A-444A-84B3-F0AE5FF6DE3B}" srcOrd="2" destOrd="0" presId="urn:microsoft.com/office/officeart/2008/layout/AccentedPicture"/>
    <dgm:cxn modelId="{73A26374-F4A4-458B-942E-9E275F9692E0}" type="presParOf" srcId="{E9019D08-769A-444A-84B3-F0AE5FF6DE3B}" destId="{E5BF317B-4402-4748-B997-1E488F40C6D4}" srcOrd="0" destOrd="0" presId="urn:microsoft.com/office/officeart/2008/layout/AccentedPicture"/>
    <dgm:cxn modelId="{2BA5A23F-5DEF-4ECD-8B62-41D98A721C2A}" type="presParOf" srcId="{84915C8C-AEA9-4FA3-84D0-6F8EFFD3952A}" destId="{70412278-0FBE-4384-9944-EFC5D8B09FC9}" srcOrd="3" destOrd="0" presId="urn:microsoft.com/office/officeart/2008/layout/AccentedPicture"/>
    <dgm:cxn modelId="{BA8E0EB5-4EB8-4677-BAD0-A9E1DF6819A6}" type="presParOf" srcId="{84915C8C-AEA9-4FA3-84D0-6F8EFFD3952A}" destId="{9199FE26-487B-4F48-8271-DE7946A42D87}" srcOrd="4" destOrd="0" presId="urn:microsoft.com/office/officeart/2008/layout/AccentedPicture"/>
    <dgm:cxn modelId="{DE6E80FD-8144-4280-8E14-97C339686080}" type="presParOf" srcId="{9199FE26-487B-4F48-8271-DE7946A42D87}" destId="{67AB6AB7-3CE3-4388-8ED3-B45B364D1B25}" srcOrd="0" destOrd="0" presId="urn:microsoft.com/office/officeart/2008/layout/AccentedPicture"/>
    <dgm:cxn modelId="{F8AA1A69-45A2-4AC4-9882-551A13445840}" type="presParOf" srcId="{9199FE26-487B-4F48-8271-DE7946A42D87}" destId="{FE128690-5560-49C7-AA70-95E249880713}" srcOrd="1" destOrd="0" presId="urn:microsoft.com/office/officeart/2008/layout/AccentedPicture"/>
    <dgm:cxn modelId="{C3AD798F-369B-474A-AC5D-3E520EB11141}" type="presParOf" srcId="{9199FE26-487B-4F48-8271-DE7946A42D87}" destId="{2DC72CBF-FC0A-441C-9097-1462CBFBDE26}" srcOrd="2" destOrd="0" presId="urn:microsoft.com/office/officeart/2008/layout/AccentedPicture"/>
    <dgm:cxn modelId="{3D4B28E5-BFD4-419B-9D01-AA8BFC1085B1}" type="presParOf" srcId="{2DC72CBF-FC0A-441C-9097-1462CBFBDE26}" destId="{0C0EC2DC-F46C-4CC7-8543-D09EAB4190AC}" srcOrd="0" destOrd="0" presId="urn:microsoft.com/office/officeart/2008/layout/AccentedPicture"/>
    <dgm:cxn modelId="{2D2AA28D-BCA4-49FC-B811-5454807E1968}" type="presParOf" srcId="{7ED30DE2-D626-4338-B278-62C27025A773}" destId="{3A345B1A-5F0F-4FE0-87CB-D747E5645E55}" srcOrd="3" destOrd="0" presId="urn:microsoft.com/office/officeart/2008/layout/AccentedPicture"/>
    <dgm:cxn modelId="{6DC7EAF3-4219-4E2F-A97B-F69895675FE4}" type="presParOf" srcId="{3A345B1A-5F0F-4FE0-87CB-D747E5645E55}" destId="{5B834F66-E812-4648-8ADC-957D05AA0C1B}" srcOrd="0" destOrd="0" presId="urn:microsoft.com/office/officeart/2008/layout/AccentedPi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26007-E1CA-4999-852A-9710BED98BAA}">
      <dsp:nvSpPr>
        <dsp:cNvPr id="0" name=""/>
        <dsp:cNvSpPr/>
      </dsp:nvSpPr>
      <dsp:spPr>
        <a:xfrm>
          <a:off x="1221978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1</a:t>
          </a:r>
          <a:endParaRPr lang="ko-KR" altLang="en-US" sz="5800" kern="1200" dirty="0"/>
        </a:p>
      </dsp:txBody>
      <dsp:txXfrm>
        <a:off x="1221978" y="2645"/>
        <a:ext cx="2706687" cy="1624012"/>
      </dsp:txXfrm>
    </dsp:sp>
    <dsp:sp modelId="{1274F5A5-544A-4BA1-8522-ADEF7D1BECFA}">
      <dsp:nvSpPr>
        <dsp:cNvPr id="0" name=""/>
        <dsp:cNvSpPr/>
      </dsp:nvSpPr>
      <dsp:spPr>
        <a:xfrm>
          <a:off x="4199334" y="2645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2</a:t>
          </a:r>
          <a:endParaRPr lang="ko-KR" altLang="en-US" sz="5800" kern="1200" dirty="0"/>
        </a:p>
      </dsp:txBody>
      <dsp:txXfrm>
        <a:off x="4199334" y="2645"/>
        <a:ext cx="2706687" cy="1624012"/>
      </dsp:txXfrm>
    </dsp:sp>
    <dsp:sp modelId="{9C1CCA7C-8B5D-40AD-806A-B3C227C9CB75}">
      <dsp:nvSpPr>
        <dsp:cNvPr id="0" name=""/>
        <dsp:cNvSpPr/>
      </dsp:nvSpPr>
      <dsp:spPr>
        <a:xfrm>
          <a:off x="1221978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3</a:t>
          </a:r>
          <a:endParaRPr lang="ko-KR" altLang="en-US" sz="5800" kern="1200" dirty="0"/>
        </a:p>
      </dsp:txBody>
      <dsp:txXfrm>
        <a:off x="1221978" y="1897327"/>
        <a:ext cx="2706687" cy="1624012"/>
      </dsp:txXfrm>
    </dsp:sp>
    <dsp:sp modelId="{3761742A-7642-410C-B7F1-BB913ACEBC6A}">
      <dsp:nvSpPr>
        <dsp:cNvPr id="0" name=""/>
        <dsp:cNvSpPr/>
      </dsp:nvSpPr>
      <dsp:spPr>
        <a:xfrm>
          <a:off x="4199334" y="1897327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4</a:t>
          </a:r>
          <a:endParaRPr lang="ko-KR" altLang="en-US" sz="5800" kern="1200" dirty="0"/>
        </a:p>
      </dsp:txBody>
      <dsp:txXfrm>
        <a:off x="4199334" y="1897327"/>
        <a:ext cx="2706687" cy="1624012"/>
      </dsp:txXfrm>
    </dsp:sp>
    <dsp:sp modelId="{E2FE4208-DE9F-4CBA-B81B-35E57F961E8A}">
      <dsp:nvSpPr>
        <dsp:cNvPr id="0" name=""/>
        <dsp:cNvSpPr/>
      </dsp:nvSpPr>
      <dsp:spPr>
        <a:xfrm>
          <a:off x="2710656" y="3792008"/>
          <a:ext cx="2706687" cy="16240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980" tIns="220980" rIns="220980" bIns="220980" numCol="1" spcCol="1270" anchor="ctr" anchorCtr="0">
          <a:noAutofit/>
        </a:bodyPr>
        <a:lstStyle/>
        <a:p>
          <a:pPr marL="0" lvl="0" indent="0" algn="ctr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5</a:t>
          </a:r>
          <a:endParaRPr lang="ko-KR" altLang="en-US" sz="5800" kern="1200" dirty="0"/>
        </a:p>
      </dsp:txBody>
      <dsp:txXfrm>
        <a:off x="2710656" y="3792008"/>
        <a:ext cx="2706687" cy="1624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23B94-F6B2-4C05-BECB-B8D33ABC73BC}">
      <dsp:nvSpPr>
        <dsp:cNvPr id="0" name=""/>
        <dsp:cNvSpPr/>
      </dsp:nvSpPr>
      <dsp:spPr>
        <a:xfrm>
          <a:off x="7143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300" kern="1200" dirty="0"/>
            <a:t>1</a:t>
          </a:r>
          <a:endParaRPr lang="ko-KR" altLang="en-US" sz="4300" kern="1200" dirty="0"/>
        </a:p>
      </dsp:txBody>
      <dsp:txXfrm>
        <a:off x="44665" y="2106299"/>
        <a:ext cx="2060143" cy="1206068"/>
      </dsp:txXfrm>
    </dsp:sp>
    <dsp:sp modelId="{17EC2729-42D5-4C51-9331-89C9ED1E3CAF}">
      <dsp:nvSpPr>
        <dsp:cNvPr id="0" name=""/>
        <dsp:cNvSpPr/>
      </dsp:nvSpPr>
      <dsp:spPr>
        <a:xfrm>
          <a:off x="2355850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2355850" y="2550475"/>
        <a:ext cx="316861" cy="317716"/>
      </dsp:txXfrm>
    </dsp:sp>
    <dsp:sp modelId="{F7BF97B6-7EBD-43C7-B4D1-B88163DEF6B2}">
      <dsp:nvSpPr>
        <dsp:cNvPr id="0" name=""/>
        <dsp:cNvSpPr/>
      </dsp:nvSpPr>
      <dsp:spPr>
        <a:xfrm>
          <a:off x="2996406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300" kern="1200" dirty="0"/>
            <a:t>2</a:t>
          </a:r>
          <a:endParaRPr lang="ko-KR" altLang="en-US" sz="4300" kern="1200" dirty="0"/>
        </a:p>
      </dsp:txBody>
      <dsp:txXfrm>
        <a:off x="3033928" y="2106299"/>
        <a:ext cx="2060143" cy="1206068"/>
      </dsp:txXfrm>
    </dsp:sp>
    <dsp:sp modelId="{9798858B-B346-4876-9020-93358A45FB17}">
      <dsp:nvSpPr>
        <dsp:cNvPr id="0" name=""/>
        <dsp:cNvSpPr/>
      </dsp:nvSpPr>
      <dsp:spPr>
        <a:xfrm>
          <a:off x="5345112" y="2444570"/>
          <a:ext cx="45265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500" kern="1200"/>
        </a:p>
      </dsp:txBody>
      <dsp:txXfrm>
        <a:off x="5345112" y="2550475"/>
        <a:ext cx="316861" cy="317716"/>
      </dsp:txXfrm>
    </dsp:sp>
    <dsp:sp modelId="{CA88E43A-E9E7-4EF9-9579-E2067723C90E}">
      <dsp:nvSpPr>
        <dsp:cNvPr id="0" name=""/>
        <dsp:cNvSpPr/>
      </dsp:nvSpPr>
      <dsp:spPr>
        <a:xfrm>
          <a:off x="5985668" y="2068777"/>
          <a:ext cx="2135187" cy="12811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ctr" defTabSz="1911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4300" kern="1200" dirty="0"/>
            <a:t>3</a:t>
          </a:r>
          <a:endParaRPr lang="ko-KR" altLang="en-US" sz="4300" kern="1200" dirty="0"/>
        </a:p>
      </dsp:txBody>
      <dsp:txXfrm>
        <a:off x="6023190" y="2106299"/>
        <a:ext cx="2060143" cy="12060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1A6A3C-2CE2-4CF5-9143-AB11D860EE34}">
      <dsp:nvSpPr>
        <dsp:cNvPr id="0" name=""/>
        <dsp:cNvSpPr/>
      </dsp:nvSpPr>
      <dsp:spPr>
        <a:xfrm>
          <a:off x="3246437" y="534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0" kern="1200" dirty="0"/>
            <a:t>1</a:t>
          </a:r>
          <a:endParaRPr lang="ko-KR" altLang="en-US" sz="5000" kern="1200" dirty="0"/>
        </a:p>
      </dsp:txBody>
      <dsp:txXfrm>
        <a:off x="3485895" y="239992"/>
        <a:ext cx="1156208" cy="1156208"/>
      </dsp:txXfrm>
    </dsp:sp>
    <dsp:sp modelId="{77A92FC3-F905-4265-BF42-DA712EEC6112}">
      <dsp:nvSpPr>
        <dsp:cNvPr id="0" name=""/>
        <dsp:cNvSpPr/>
      </dsp:nvSpPr>
      <dsp:spPr>
        <a:xfrm rot="2160000">
          <a:off x="4830234" y="125730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4842728" y="1329221"/>
        <a:ext cx="305286" cy="331112"/>
      </dsp:txXfrm>
    </dsp:sp>
    <dsp:sp modelId="{2BDFD088-89AC-4BBF-8266-15E8F44000B4}">
      <dsp:nvSpPr>
        <dsp:cNvPr id="0" name=""/>
        <dsp:cNvSpPr/>
      </dsp:nvSpPr>
      <dsp:spPr>
        <a:xfrm>
          <a:off x="5235001" y="1445310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0" kern="1200" dirty="0"/>
            <a:t>2</a:t>
          </a:r>
          <a:endParaRPr lang="ko-KR" altLang="en-US" sz="5000" kern="1200" dirty="0"/>
        </a:p>
      </dsp:txBody>
      <dsp:txXfrm>
        <a:off x="5474459" y="1684768"/>
        <a:ext cx="1156208" cy="1156208"/>
      </dsp:txXfrm>
    </dsp:sp>
    <dsp:sp modelId="{17629D58-51AE-480C-9CB6-0999DBD97921}">
      <dsp:nvSpPr>
        <dsp:cNvPr id="0" name=""/>
        <dsp:cNvSpPr/>
      </dsp:nvSpPr>
      <dsp:spPr>
        <a:xfrm rot="6479771">
          <a:off x="5458400" y="3144314"/>
          <a:ext cx="43639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 rot="10800000">
        <a:off x="5544083" y="3192428"/>
        <a:ext cx="305475" cy="331112"/>
      </dsp:txXfrm>
    </dsp:sp>
    <dsp:sp modelId="{83B86E32-4378-44D7-AAE8-F2C3EE8A9EA7}">
      <dsp:nvSpPr>
        <dsp:cNvPr id="0" name=""/>
        <dsp:cNvSpPr/>
      </dsp:nvSpPr>
      <dsp:spPr>
        <a:xfrm>
          <a:off x="4475436" y="3783542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0" kern="1200" dirty="0"/>
            <a:t>3</a:t>
          </a:r>
          <a:endParaRPr lang="ko-KR" altLang="en-US" sz="5000" kern="1200" dirty="0"/>
        </a:p>
      </dsp:txBody>
      <dsp:txXfrm>
        <a:off x="4714894" y="4023000"/>
        <a:ext cx="1156208" cy="1156208"/>
      </dsp:txXfrm>
    </dsp:sp>
    <dsp:sp modelId="{CB385F89-B179-4EF7-A543-4C11ACD46B15}">
      <dsp:nvSpPr>
        <dsp:cNvPr id="0" name=""/>
        <dsp:cNvSpPr/>
      </dsp:nvSpPr>
      <dsp:spPr>
        <a:xfrm rot="10800748">
          <a:off x="3858281" y="4324912"/>
          <a:ext cx="436122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 rot="10800000">
        <a:off x="3989118" y="4435297"/>
        <a:ext cx="305285" cy="331112"/>
      </dsp:txXfrm>
    </dsp:sp>
    <dsp:sp modelId="{2E474C5B-A6A3-45DA-A721-F625B2F37905}">
      <dsp:nvSpPr>
        <dsp:cNvPr id="0" name=""/>
        <dsp:cNvSpPr/>
      </dsp:nvSpPr>
      <dsp:spPr>
        <a:xfrm>
          <a:off x="2017437" y="3783007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0" kern="1200" dirty="0"/>
            <a:t>4</a:t>
          </a:r>
          <a:endParaRPr lang="ko-KR" altLang="en-US" sz="5000" kern="1200" dirty="0"/>
        </a:p>
      </dsp:txBody>
      <dsp:txXfrm>
        <a:off x="2256895" y="4022465"/>
        <a:ext cx="1156208" cy="1156208"/>
      </dsp:txXfrm>
    </dsp:sp>
    <dsp:sp modelId="{521C3F78-E7D4-4F63-A513-CA8C5D5A25BF}">
      <dsp:nvSpPr>
        <dsp:cNvPr id="0" name=""/>
        <dsp:cNvSpPr/>
      </dsp:nvSpPr>
      <dsp:spPr>
        <a:xfrm rot="15120000">
          <a:off x="2240970" y="3167533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 rot="10800000">
        <a:off x="2326604" y="3340121"/>
        <a:ext cx="305286" cy="331112"/>
      </dsp:txXfrm>
    </dsp:sp>
    <dsp:sp modelId="{E19B5DE7-E4F2-40A5-B060-04F069B95EA9}">
      <dsp:nvSpPr>
        <dsp:cNvPr id="0" name=""/>
        <dsp:cNvSpPr/>
      </dsp:nvSpPr>
      <dsp:spPr>
        <a:xfrm>
          <a:off x="1257873" y="1445310"/>
          <a:ext cx="1635124" cy="163512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2222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000" kern="1200" dirty="0"/>
            <a:t>5</a:t>
          </a:r>
          <a:endParaRPr lang="ko-KR" altLang="en-US" sz="5000" kern="1200" dirty="0"/>
        </a:p>
      </dsp:txBody>
      <dsp:txXfrm>
        <a:off x="1497331" y="1684768"/>
        <a:ext cx="1156208" cy="1156208"/>
      </dsp:txXfrm>
    </dsp:sp>
    <dsp:sp modelId="{52DCB46C-732D-4DC2-87AF-3DCCFF5FB817}">
      <dsp:nvSpPr>
        <dsp:cNvPr id="0" name=""/>
        <dsp:cNvSpPr/>
      </dsp:nvSpPr>
      <dsp:spPr>
        <a:xfrm rot="19440000">
          <a:off x="2841670" y="1271812"/>
          <a:ext cx="436123" cy="55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600" kern="1200"/>
        </a:p>
      </dsp:txBody>
      <dsp:txXfrm>
        <a:off x="2854164" y="1420635"/>
        <a:ext cx="305286" cy="3311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DAF74-E919-4F72-9073-68993CAEEE9C}">
      <dsp:nvSpPr>
        <dsp:cNvPr id="0" name=""/>
        <dsp:cNvSpPr/>
      </dsp:nvSpPr>
      <dsp:spPr>
        <a:xfrm>
          <a:off x="3814489" y="1616240"/>
          <a:ext cx="249510" cy="1093092"/>
        </a:xfrm>
        <a:custGeom>
          <a:avLst/>
          <a:gdLst/>
          <a:ahLst/>
          <a:cxnLst/>
          <a:rect l="0" t="0" r="0" b="0"/>
          <a:pathLst>
            <a:path>
              <a:moveTo>
                <a:pt x="249510" y="0"/>
              </a:moveTo>
              <a:lnTo>
                <a:pt x="249510" y="1093092"/>
              </a:lnTo>
              <a:lnTo>
                <a:pt x="0" y="10930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463D28-4DF5-49DA-B72C-EBC6AC66BD71}">
      <dsp:nvSpPr>
        <dsp:cNvPr id="0" name=""/>
        <dsp:cNvSpPr/>
      </dsp:nvSpPr>
      <dsp:spPr>
        <a:xfrm>
          <a:off x="406400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36675"/>
              </a:lnTo>
              <a:lnTo>
                <a:pt x="2875309" y="1936675"/>
              </a:lnTo>
              <a:lnTo>
                <a:pt x="2875309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478E50-130A-436E-B57B-2BA55DE62EE5}">
      <dsp:nvSpPr>
        <dsp:cNvPr id="0" name=""/>
        <dsp:cNvSpPr/>
      </dsp:nvSpPr>
      <dsp:spPr>
        <a:xfrm>
          <a:off x="4018280" y="1616240"/>
          <a:ext cx="91440" cy="218618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5B7BE7-DE52-413F-AE4B-7D4ACC4D5181}">
      <dsp:nvSpPr>
        <dsp:cNvPr id="0" name=""/>
        <dsp:cNvSpPr/>
      </dsp:nvSpPr>
      <dsp:spPr>
        <a:xfrm>
          <a:off x="1188690" y="1616240"/>
          <a:ext cx="2875309" cy="2186185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1936675"/>
              </a:lnTo>
              <a:lnTo>
                <a:pt x="0" y="1936675"/>
              </a:lnTo>
              <a:lnTo>
                <a:pt x="0" y="218618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9897B1-D342-4561-B40B-DCC7154B21F8}">
      <dsp:nvSpPr>
        <dsp:cNvPr id="0" name=""/>
        <dsp:cNvSpPr/>
      </dsp:nvSpPr>
      <dsp:spPr>
        <a:xfrm>
          <a:off x="2875855" y="42809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500" kern="1200" dirty="0"/>
            <a:t>1</a:t>
          </a:r>
          <a:endParaRPr lang="ko-KR" altLang="en-US" sz="5500" kern="1200" dirty="0"/>
        </a:p>
      </dsp:txBody>
      <dsp:txXfrm>
        <a:off x="2875855" y="428096"/>
        <a:ext cx="2376289" cy="1188144"/>
      </dsp:txXfrm>
    </dsp:sp>
    <dsp:sp modelId="{CFDB68CC-71CA-4BDE-BE7F-BB31E4FC4B77}">
      <dsp:nvSpPr>
        <dsp:cNvPr id="0" name=""/>
        <dsp:cNvSpPr/>
      </dsp:nvSpPr>
      <dsp:spPr>
        <a:xfrm>
          <a:off x="54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500" kern="1200" dirty="0"/>
            <a:t>3</a:t>
          </a:r>
          <a:endParaRPr lang="ko-KR" altLang="en-US" sz="5500" kern="1200" dirty="0"/>
        </a:p>
      </dsp:txBody>
      <dsp:txXfrm>
        <a:off x="545" y="3802426"/>
        <a:ext cx="2376289" cy="1188144"/>
      </dsp:txXfrm>
    </dsp:sp>
    <dsp:sp modelId="{4F7B69B1-5A41-4B2F-8B07-BD834EF76281}">
      <dsp:nvSpPr>
        <dsp:cNvPr id="0" name=""/>
        <dsp:cNvSpPr/>
      </dsp:nvSpPr>
      <dsp:spPr>
        <a:xfrm>
          <a:off x="287585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500" kern="1200" dirty="0"/>
            <a:t>4</a:t>
          </a:r>
          <a:endParaRPr lang="ko-KR" altLang="en-US" sz="5500" kern="1200" dirty="0"/>
        </a:p>
      </dsp:txBody>
      <dsp:txXfrm>
        <a:off x="2875855" y="3802426"/>
        <a:ext cx="2376289" cy="1188144"/>
      </dsp:txXfrm>
    </dsp:sp>
    <dsp:sp modelId="{580D0A79-BF6C-4D02-904A-BA3CC6B68C33}">
      <dsp:nvSpPr>
        <dsp:cNvPr id="0" name=""/>
        <dsp:cNvSpPr/>
      </dsp:nvSpPr>
      <dsp:spPr>
        <a:xfrm>
          <a:off x="5751165" y="3802426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500" kern="1200" dirty="0"/>
            <a:t>5</a:t>
          </a:r>
          <a:endParaRPr lang="ko-KR" altLang="en-US" sz="5500" kern="1200" dirty="0"/>
        </a:p>
      </dsp:txBody>
      <dsp:txXfrm>
        <a:off x="5751165" y="3802426"/>
        <a:ext cx="2376289" cy="1188144"/>
      </dsp:txXfrm>
    </dsp:sp>
    <dsp:sp modelId="{ED448C9E-9887-4C45-B469-A852ADC1185C}">
      <dsp:nvSpPr>
        <dsp:cNvPr id="0" name=""/>
        <dsp:cNvSpPr/>
      </dsp:nvSpPr>
      <dsp:spPr>
        <a:xfrm>
          <a:off x="1438200" y="2115261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34925" numCol="1" spcCol="1270" anchor="ctr" anchorCtr="0">
          <a:noAutofit/>
        </a:bodyPr>
        <a:lstStyle/>
        <a:p>
          <a:pPr marL="0" lvl="0" indent="0" algn="ctr" defTabSz="24447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500" kern="1200" dirty="0"/>
            <a:t>2</a:t>
          </a:r>
          <a:endParaRPr lang="ko-KR" altLang="en-US" sz="5500" kern="1200" dirty="0"/>
        </a:p>
      </dsp:txBody>
      <dsp:txXfrm>
        <a:off x="1438200" y="2115261"/>
        <a:ext cx="2376289" cy="11881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C9EA9-571A-4EFA-A96C-E39F77E7E83F}">
      <dsp:nvSpPr>
        <dsp:cNvPr id="0" name=""/>
        <dsp:cNvSpPr/>
      </dsp:nvSpPr>
      <dsp:spPr>
        <a:xfrm>
          <a:off x="1679786" y="0"/>
          <a:ext cx="1950720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1</a:t>
          </a:r>
          <a:endParaRPr lang="ko-KR" altLang="en-US" sz="3600" kern="1200" dirty="0"/>
        </a:p>
      </dsp:txBody>
      <dsp:txXfrm>
        <a:off x="1711527" y="31741"/>
        <a:ext cx="1887238" cy="1020251"/>
      </dsp:txXfrm>
    </dsp:sp>
    <dsp:sp modelId="{EEEB8754-D163-4B15-8830-A25E010AA806}">
      <dsp:nvSpPr>
        <dsp:cNvPr id="0" name=""/>
        <dsp:cNvSpPr/>
      </dsp:nvSpPr>
      <dsp:spPr>
        <a:xfrm>
          <a:off x="4497493" y="0"/>
          <a:ext cx="1950720" cy="1083733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600" kern="1200" dirty="0"/>
            <a:t>4</a:t>
          </a:r>
          <a:endParaRPr lang="ko-KR" altLang="en-US" sz="3600" kern="1200" dirty="0"/>
        </a:p>
      </dsp:txBody>
      <dsp:txXfrm>
        <a:off x="4529234" y="31741"/>
        <a:ext cx="1887238" cy="1020251"/>
      </dsp:txXfrm>
    </dsp:sp>
    <dsp:sp modelId="{6D1F5CC8-FF45-4E2F-A8C2-B8B2F3D8599E}">
      <dsp:nvSpPr>
        <dsp:cNvPr id="0" name=""/>
        <dsp:cNvSpPr/>
      </dsp:nvSpPr>
      <dsp:spPr>
        <a:xfrm>
          <a:off x="3657599" y="4605866"/>
          <a:ext cx="812800" cy="812800"/>
        </a:xfrm>
        <a:prstGeom prst="triangl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DC1D21-8467-482B-8616-E73F4AE4DA42}">
      <dsp:nvSpPr>
        <dsp:cNvPr id="0" name=""/>
        <dsp:cNvSpPr/>
      </dsp:nvSpPr>
      <dsp:spPr>
        <a:xfrm rot="240000">
          <a:off x="1624855" y="4257573"/>
          <a:ext cx="4878289" cy="34112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F501C-FACB-4A2E-AB5B-54C8B719933C}">
      <dsp:nvSpPr>
        <dsp:cNvPr id="0" name=""/>
        <dsp:cNvSpPr/>
      </dsp:nvSpPr>
      <dsp:spPr>
        <a:xfrm rot="240000">
          <a:off x="4553844" y="3404681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900" kern="1200" dirty="0"/>
            <a:t>5</a:t>
          </a:r>
          <a:endParaRPr lang="ko-KR" altLang="en-US" sz="2900" kern="1200" dirty="0"/>
        </a:p>
      </dsp:txBody>
      <dsp:txXfrm>
        <a:off x="4598111" y="3448948"/>
        <a:ext cx="1857857" cy="818285"/>
      </dsp:txXfrm>
    </dsp:sp>
    <dsp:sp modelId="{35038DCB-4F96-4C13-B4BF-70A23F845E26}">
      <dsp:nvSpPr>
        <dsp:cNvPr id="0" name=""/>
        <dsp:cNvSpPr/>
      </dsp:nvSpPr>
      <dsp:spPr>
        <a:xfrm rot="240000">
          <a:off x="4624286" y="2429321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900" kern="1200" dirty="0"/>
            <a:t>6</a:t>
          </a:r>
          <a:endParaRPr lang="ko-KR" altLang="en-US" sz="2900" kern="1200" dirty="0"/>
        </a:p>
      </dsp:txBody>
      <dsp:txXfrm>
        <a:off x="4668553" y="2473588"/>
        <a:ext cx="1857857" cy="818285"/>
      </dsp:txXfrm>
    </dsp:sp>
    <dsp:sp modelId="{1A868067-4E0C-49D0-8401-834F95B14DEA}">
      <dsp:nvSpPr>
        <dsp:cNvPr id="0" name=""/>
        <dsp:cNvSpPr/>
      </dsp:nvSpPr>
      <dsp:spPr>
        <a:xfrm rot="240000">
          <a:off x="4694729" y="1475635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900" kern="1200" dirty="0"/>
            <a:t>7</a:t>
          </a:r>
          <a:endParaRPr lang="ko-KR" altLang="en-US" sz="2900" kern="1200" dirty="0"/>
        </a:p>
      </dsp:txBody>
      <dsp:txXfrm>
        <a:off x="4738996" y="1519902"/>
        <a:ext cx="1857857" cy="818285"/>
      </dsp:txXfrm>
    </dsp:sp>
    <dsp:sp modelId="{72AD8755-E5E1-49C1-9290-C7AA36DDE25F}">
      <dsp:nvSpPr>
        <dsp:cNvPr id="0" name=""/>
        <dsp:cNvSpPr/>
      </dsp:nvSpPr>
      <dsp:spPr>
        <a:xfrm rot="240000">
          <a:off x="1763230" y="3209609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900" kern="1200" dirty="0"/>
            <a:t>2</a:t>
          </a:r>
          <a:endParaRPr lang="ko-KR" altLang="en-US" sz="2900" kern="1200" dirty="0"/>
        </a:p>
      </dsp:txBody>
      <dsp:txXfrm>
        <a:off x="1807497" y="3253876"/>
        <a:ext cx="1857857" cy="818285"/>
      </dsp:txXfrm>
    </dsp:sp>
    <dsp:sp modelId="{BEF2060C-0C64-402A-87E2-10B2C56455D2}">
      <dsp:nvSpPr>
        <dsp:cNvPr id="0" name=""/>
        <dsp:cNvSpPr/>
      </dsp:nvSpPr>
      <dsp:spPr>
        <a:xfrm rot="240000">
          <a:off x="1833673" y="2234249"/>
          <a:ext cx="1946391" cy="906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900" kern="1200" dirty="0"/>
            <a:t>3</a:t>
          </a:r>
          <a:endParaRPr lang="ko-KR" altLang="en-US" sz="2900" kern="1200" dirty="0"/>
        </a:p>
      </dsp:txBody>
      <dsp:txXfrm>
        <a:off x="1877940" y="2278516"/>
        <a:ext cx="1857857" cy="81828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1CCD14-1C81-44C3-BDA0-B8D943D12171}">
      <dsp:nvSpPr>
        <dsp:cNvPr id="0" name=""/>
        <dsp:cNvSpPr/>
      </dsp:nvSpPr>
      <dsp:spPr>
        <a:xfrm>
          <a:off x="1354666" y="0"/>
          <a:ext cx="5418667" cy="5418667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FBFD8-B726-48B7-8C8F-D94A544299FB}">
      <dsp:nvSpPr>
        <dsp:cNvPr id="0" name=""/>
        <dsp:cNvSpPr/>
      </dsp:nvSpPr>
      <dsp:spPr>
        <a:xfrm>
          <a:off x="1869439" y="514773"/>
          <a:ext cx="2113280" cy="21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1</a:t>
          </a:r>
          <a:endParaRPr lang="ko-KR" altLang="en-US" sz="6500" kern="1200" dirty="0"/>
        </a:p>
      </dsp:txBody>
      <dsp:txXfrm>
        <a:off x="1972601" y="617935"/>
        <a:ext cx="1906956" cy="1906956"/>
      </dsp:txXfrm>
    </dsp:sp>
    <dsp:sp modelId="{DF6BA650-8BF5-4C56-8636-EE672B7E6DD2}">
      <dsp:nvSpPr>
        <dsp:cNvPr id="0" name=""/>
        <dsp:cNvSpPr/>
      </dsp:nvSpPr>
      <dsp:spPr>
        <a:xfrm>
          <a:off x="4145280" y="514773"/>
          <a:ext cx="2113280" cy="21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2</a:t>
          </a:r>
          <a:endParaRPr lang="ko-KR" altLang="en-US" sz="6500" kern="1200" dirty="0"/>
        </a:p>
      </dsp:txBody>
      <dsp:txXfrm>
        <a:off x="4248442" y="617935"/>
        <a:ext cx="1906956" cy="1906956"/>
      </dsp:txXfrm>
    </dsp:sp>
    <dsp:sp modelId="{D5C0D530-CAE9-4E54-8F8D-9E8C03C5B845}">
      <dsp:nvSpPr>
        <dsp:cNvPr id="0" name=""/>
        <dsp:cNvSpPr/>
      </dsp:nvSpPr>
      <dsp:spPr>
        <a:xfrm>
          <a:off x="1869439" y="2790613"/>
          <a:ext cx="2113280" cy="21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3</a:t>
          </a:r>
          <a:endParaRPr lang="ko-KR" altLang="en-US" sz="6500" kern="1200" dirty="0"/>
        </a:p>
      </dsp:txBody>
      <dsp:txXfrm>
        <a:off x="1972601" y="2893775"/>
        <a:ext cx="1906956" cy="1906956"/>
      </dsp:txXfrm>
    </dsp:sp>
    <dsp:sp modelId="{EB6345F8-CD19-4CE7-90E8-6904A9F76012}">
      <dsp:nvSpPr>
        <dsp:cNvPr id="0" name=""/>
        <dsp:cNvSpPr/>
      </dsp:nvSpPr>
      <dsp:spPr>
        <a:xfrm>
          <a:off x="4145280" y="2790613"/>
          <a:ext cx="2113280" cy="21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4</a:t>
          </a:r>
          <a:endParaRPr lang="ko-KR" altLang="en-US" sz="6500" kern="1200" dirty="0"/>
        </a:p>
      </dsp:txBody>
      <dsp:txXfrm>
        <a:off x="4248442" y="2893775"/>
        <a:ext cx="1906956" cy="19069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01298-657C-4115-9A79-273EA4100AA1}">
      <dsp:nvSpPr>
        <dsp:cNvPr id="0" name=""/>
        <dsp:cNvSpPr/>
      </dsp:nvSpPr>
      <dsp:spPr>
        <a:xfrm>
          <a:off x="2709333" y="0"/>
          <a:ext cx="2709333" cy="1806222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1</a:t>
          </a:r>
          <a:endParaRPr lang="ko-KR" altLang="en-US" sz="6500" kern="1200" dirty="0"/>
        </a:p>
      </dsp:txBody>
      <dsp:txXfrm>
        <a:off x="2709333" y="0"/>
        <a:ext cx="2709333" cy="1806222"/>
      </dsp:txXfrm>
    </dsp:sp>
    <dsp:sp modelId="{7672E2FC-4D1B-4D92-A1B4-D89A8A29844A}">
      <dsp:nvSpPr>
        <dsp:cNvPr id="0" name=""/>
        <dsp:cNvSpPr/>
      </dsp:nvSpPr>
      <dsp:spPr>
        <a:xfrm>
          <a:off x="1354666" y="1806222"/>
          <a:ext cx="5418666" cy="1806222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2</a:t>
          </a:r>
          <a:endParaRPr lang="ko-KR" altLang="en-US" sz="6500" kern="1200" dirty="0"/>
        </a:p>
      </dsp:txBody>
      <dsp:txXfrm>
        <a:off x="2302933" y="1806222"/>
        <a:ext cx="3522133" cy="1806222"/>
      </dsp:txXfrm>
    </dsp:sp>
    <dsp:sp modelId="{03DA5781-DB62-41C1-B02A-D14A2CF90A23}">
      <dsp:nvSpPr>
        <dsp:cNvPr id="0" name=""/>
        <dsp:cNvSpPr/>
      </dsp:nvSpPr>
      <dsp:spPr>
        <a:xfrm>
          <a:off x="0" y="3612444"/>
          <a:ext cx="8128000" cy="1806222"/>
        </a:xfrm>
        <a:prstGeom prst="trapezoid">
          <a:avLst>
            <a:gd name="adj" fmla="val 7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3</a:t>
          </a:r>
          <a:endParaRPr lang="ko-KR" altLang="en-US" sz="6500" kern="1200" dirty="0"/>
        </a:p>
      </dsp:txBody>
      <dsp:txXfrm>
        <a:off x="1422399" y="3612444"/>
        <a:ext cx="5283200" cy="18062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13DE2C-449C-40A8-A36F-48C039CB6F95}">
      <dsp:nvSpPr>
        <dsp:cNvPr id="0" name=""/>
        <dsp:cNvSpPr/>
      </dsp:nvSpPr>
      <dsp:spPr>
        <a:xfrm>
          <a:off x="1418052" y="369688"/>
          <a:ext cx="3861645" cy="4925568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42000" r="-42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1C4B5-6D05-4218-A36D-8F876C2683DE}">
      <dsp:nvSpPr>
        <dsp:cNvPr id="0" name=""/>
        <dsp:cNvSpPr/>
      </dsp:nvSpPr>
      <dsp:spPr>
        <a:xfrm>
          <a:off x="1572518" y="2142893"/>
          <a:ext cx="2973467" cy="295534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0" tIns="165100" rIns="165100" bIns="165100" numCol="1" spcCol="1270" anchor="b" anchorCtr="0">
          <a:noAutofit/>
        </a:bodyPr>
        <a:lstStyle/>
        <a:p>
          <a:pPr marL="0" lvl="0" indent="0" algn="l" defTabSz="2889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6500" kern="1200" dirty="0"/>
            <a:t>1</a:t>
          </a:r>
          <a:endParaRPr lang="ko-KR" altLang="en-US" sz="6500" kern="1200" dirty="0"/>
        </a:p>
      </dsp:txBody>
      <dsp:txXfrm>
        <a:off x="1572518" y="2142893"/>
        <a:ext cx="2973467" cy="2955340"/>
      </dsp:txXfrm>
    </dsp:sp>
    <dsp:sp modelId="{F1524D1C-6CAB-4BE0-A69D-11D6AF7E572F}">
      <dsp:nvSpPr>
        <dsp:cNvPr id="0" name=""/>
        <dsp:cNvSpPr/>
      </dsp:nvSpPr>
      <dsp:spPr>
        <a:xfrm>
          <a:off x="4614746" y="123410"/>
          <a:ext cx="1329903" cy="13299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49261-DF07-4C24-80A0-02D6599346FA}">
      <dsp:nvSpPr>
        <dsp:cNvPr id="0" name=""/>
        <dsp:cNvSpPr/>
      </dsp:nvSpPr>
      <dsp:spPr>
        <a:xfrm>
          <a:off x="5944649" y="123410"/>
          <a:ext cx="765298" cy="1329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2</a:t>
          </a:r>
          <a:endParaRPr lang="ko-KR" altLang="en-US" sz="5800" kern="1200" dirty="0"/>
        </a:p>
      </dsp:txBody>
      <dsp:txXfrm>
        <a:off x="5944649" y="123410"/>
        <a:ext cx="765298" cy="1329903"/>
      </dsp:txXfrm>
    </dsp:sp>
    <dsp:sp modelId="{D90772E8-63DA-4898-8605-37BDA8F1F161}">
      <dsp:nvSpPr>
        <dsp:cNvPr id="0" name=""/>
        <dsp:cNvSpPr/>
      </dsp:nvSpPr>
      <dsp:spPr>
        <a:xfrm>
          <a:off x="4614746" y="1692696"/>
          <a:ext cx="1329903" cy="13299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BF317B-4402-4748-B997-1E488F40C6D4}">
      <dsp:nvSpPr>
        <dsp:cNvPr id="0" name=""/>
        <dsp:cNvSpPr/>
      </dsp:nvSpPr>
      <dsp:spPr>
        <a:xfrm>
          <a:off x="5944649" y="1692696"/>
          <a:ext cx="765298" cy="1329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3</a:t>
          </a:r>
          <a:endParaRPr lang="ko-KR" altLang="en-US" sz="5800" kern="1200" dirty="0"/>
        </a:p>
      </dsp:txBody>
      <dsp:txXfrm>
        <a:off x="5944649" y="1692696"/>
        <a:ext cx="765298" cy="1329903"/>
      </dsp:txXfrm>
    </dsp:sp>
    <dsp:sp modelId="{FE128690-5560-49C7-AA70-95E249880713}">
      <dsp:nvSpPr>
        <dsp:cNvPr id="0" name=""/>
        <dsp:cNvSpPr/>
      </dsp:nvSpPr>
      <dsp:spPr>
        <a:xfrm>
          <a:off x="4614746" y="3261982"/>
          <a:ext cx="1329903" cy="1329903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0EC2DC-F46C-4CC7-8543-D09EAB4190AC}">
      <dsp:nvSpPr>
        <dsp:cNvPr id="0" name=""/>
        <dsp:cNvSpPr/>
      </dsp:nvSpPr>
      <dsp:spPr>
        <a:xfrm>
          <a:off x="5944649" y="3261982"/>
          <a:ext cx="765298" cy="1329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7320" tIns="73660" rIns="147320" bIns="73660" numCol="1" spcCol="1270" anchor="ctr" anchorCtr="0">
          <a:noAutofit/>
        </a:bodyPr>
        <a:lstStyle/>
        <a:p>
          <a:pPr marL="0" lvl="0" indent="0" algn="l" defTabSz="2578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5800" kern="1200" dirty="0"/>
            <a:t>4</a:t>
          </a:r>
          <a:endParaRPr lang="ko-KR" altLang="en-US" sz="5800" kern="1200" dirty="0"/>
        </a:p>
      </dsp:txBody>
      <dsp:txXfrm>
        <a:off x="5944649" y="3261982"/>
        <a:ext cx="765298" cy="1329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alance1">
  <dgm:title val=""/>
  <dgm:desc val=""/>
  <dgm:catLst>
    <dgm:cat type="relationship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23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25" srcId="2" destId="23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2"/>
        <dgm:pt modelId="21"/>
        <dgm:pt modelId="22"/>
        <dgm:pt modelId="23"/>
      </dgm:ptLst>
      <dgm:cxnLst>
        <dgm:cxn modelId="4" srcId="0" destId="1" srcOrd="0" destOrd="0"/>
        <dgm:cxn modelId="5" srcId="0" destId="2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25" srcId="2" destId="21" srcOrd="0" destOrd="0"/>
        <dgm:cxn modelId="26" srcId="2" destId="22" srcOrd="0" destOrd="0"/>
        <dgm:cxn modelId="27" srcId="2" destId="23" srcOrd="0" destOrd="0"/>
      </dgm:cxnLst>
      <dgm:bg/>
      <dgm:whole/>
    </dgm:dataModel>
  </dgm:clrData>
  <dgm:layoutNode name="outerComposite">
    <dgm:varLst>
      <dgm:chMax val="2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>
      <dgm:constr type="h" for="ch" forName="parentComposite" refType="h" refFor="ch" refForName="dummyMaxCanvas" op="equ" fact="0.2"/>
      <dgm:constr type="t" for="ch" forName="parentComposite"/>
      <dgm:constr type="h" for="ch" forName="childrenComposite" refType="h" refFor="ch" refForName="dummyMaxCanvas" op="equ" fact="0.8"/>
      <dgm:constr type="t" for="ch" forName="childrenComposite" refType="h" refFor="ch" refForName="dummyMaxCanvas" fact="0.2"/>
    </dgm:constrLst>
    <dgm:ruleLst/>
    <dgm:layoutNode name="dummyMaxCanvas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arentComposite">
      <dgm:alg type="composite"/>
      <dgm:shape xmlns:r="http://schemas.openxmlformats.org/officeDocument/2006/relationships" r:blip="">
        <dgm:adjLst/>
      </dgm:shape>
      <dgm:presOf/>
      <dgm:constrLst>
        <dgm:constr type="w" for="ch" forName="parent1" refType="w" fact="0.36"/>
        <dgm:constr type="ctrX" for="ch" forName="parent1" refType="w" fact="0.24"/>
        <dgm:constr type="w" for="ch" forName="parent2" refType="w" fact="0.36"/>
        <dgm:constr type="ctrX" for="ch" forName="parent2" refType="w" fact="0.76"/>
        <dgm:constr type="primFontSz" for="ch" ptType="node" op="equ"/>
      </dgm:constrLst>
      <dgm:ruleLst/>
      <dgm:layoutNode name="parent1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arent2" styleLbl="alignAccFollowNode1">
        <dgm:varLst>
          <dgm:chMax val="4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ch" ptType="node" st="2" cnt="1"/>
        <dgm:constrLst>
          <dgm:constr type="primFontSz" val="65"/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</dgm:layoutNode>
    <dgm:layoutNode name="childrenComposite">
      <dgm:alg type="composite"/>
      <dgm:shape xmlns:r="http://schemas.openxmlformats.org/officeDocument/2006/relationships" r:blip="">
        <dgm:adjLst/>
      </dgm:shape>
      <dgm:presOf/>
      <dgm:constrLst>
        <dgm:constr type="primFontSz" for="ch" ptType="node" op="equ" val="65"/>
        <dgm:constr type="w" for="ch" forName="fulcrum" refType="w" fact="0.15"/>
        <dgm:constr type="h" for="ch" forName="fulcrum" refType="w" refFor="ch" refForName="fulcrum"/>
        <dgm:constr type="b" for="ch" forName="fulcrum" refType="h"/>
        <dgm:constr type="ctrX" for="ch" forName="fulcrum" refType="w" fact="0.5"/>
        <dgm:constr type="w" for="ch" forName="balance_00" refType="w" fact="0.9"/>
        <dgm:constr type="h" for="ch" forName="balance_00" refType="h" fact="0.076"/>
        <dgm:constr type="b" for="ch" forName="balance_00" refType="h" fact="0.81"/>
        <dgm:constr type="ctrX" for="ch" forName="balance_00" refType="w" fact="0.5"/>
        <dgm:constr type="w" for="ch" forName="balance_01" refType="w"/>
        <dgm:constr type="h" for="ch" forName="balance_01" refType="h" fact="0.157"/>
        <dgm:constr type="b" for="ch" forName="balance_01" refType="h" fact="0.85"/>
        <dgm:constr type="ctrX" for="ch" forName="balance_01" refType="w" fact="0.5"/>
        <dgm:constr type="w" for="ch" forName="balance_02" refType="w"/>
        <dgm:constr type="h" for="ch" forName="balance_02" refType="h" fact="0.157"/>
        <dgm:constr type="b" for="ch" forName="balance_02" refType="h" fact="0.85"/>
        <dgm:constr type="ctrX" for="ch" forName="balance_02" refType="w" fact="0.5"/>
        <dgm:constr type="w" for="ch" forName="balance_03" refType="w"/>
        <dgm:constr type="h" for="ch" forName="balance_03" refType="h" fact="0.157"/>
        <dgm:constr type="b" for="ch" forName="balance_03" refType="h" fact="0.85"/>
        <dgm:constr type="ctrX" for="ch" forName="balance_03" refType="w" fact="0.5"/>
        <dgm:constr type="w" for="ch" forName="balance_04" refType="w"/>
        <dgm:constr type="h" for="ch" forName="balance_04" refType="h" fact="0.157"/>
        <dgm:constr type="b" for="ch" forName="balance_04" refType="h" fact="0.85"/>
        <dgm:constr type="ctrX" for="ch" forName="balance_04" refType="w" fact="0.5"/>
        <dgm:constr type="w" for="ch" forName="balance_10" refType="w"/>
        <dgm:constr type="h" for="ch" forName="balance_10" refType="h" fact="0.157"/>
        <dgm:constr type="b" for="ch" forName="balance_10" refType="h" fact="0.85"/>
        <dgm:constr type="ctrX" for="ch" forName="balance_10" refType="w" fact="0.5"/>
        <dgm:constr type="w" for="ch" forName="balance_11" refType="w" fact="0.9"/>
        <dgm:constr type="h" for="ch" forName="balance_11" refType="h" fact="0.076"/>
        <dgm:constr type="b" for="ch" forName="balance_11" refType="h" fact="0.81"/>
        <dgm:constr type="ctrX" for="ch" forName="balance_11" refType="w" fact="0.5"/>
        <dgm:constr type="w" for="ch" forName="balance_12" refType="w"/>
        <dgm:constr type="h" for="ch" forName="balance_12" refType="h" fact="0.157"/>
        <dgm:constr type="b" for="ch" forName="balance_12" refType="h" fact="0.85"/>
        <dgm:constr type="ctrX" for="ch" forName="balance_12" refType="w" fact="0.5"/>
        <dgm:constr type="w" for="ch" forName="balance_13" refType="w"/>
        <dgm:constr type="h" for="ch" forName="balance_13" refType="h" fact="0.157"/>
        <dgm:constr type="b" for="ch" forName="balance_13" refType="h" fact="0.85"/>
        <dgm:constr type="ctrX" for="ch" forName="balance_13" refType="w" fact="0.5"/>
        <dgm:constr type="w" for="ch" forName="balance_14" refType="w"/>
        <dgm:constr type="h" for="ch" forName="balance_14" refType="h" fact="0.157"/>
        <dgm:constr type="b" for="ch" forName="balance_14" refType="h" fact="0.85"/>
        <dgm:constr type="ctrX" for="ch" forName="balance_14" refType="w" fact="0.5"/>
        <dgm:constr type="w" for="ch" forName="balance_20" refType="w"/>
        <dgm:constr type="h" for="ch" forName="balance_20" refType="h" fact="0.157"/>
        <dgm:constr type="b" for="ch" forName="balance_20" refType="h" fact="0.85"/>
        <dgm:constr type="ctrX" for="ch" forName="balance_20" refType="w" fact="0.5"/>
        <dgm:constr type="w" for="ch" forName="balance_21" refType="w"/>
        <dgm:constr type="h" for="ch" forName="balance_21" refType="h" fact="0.157"/>
        <dgm:constr type="b" for="ch" forName="balance_21" refType="h" fact="0.85"/>
        <dgm:constr type="ctrX" for="ch" forName="balance_21" refType="w" fact="0.5"/>
        <dgm:constr type="w" for="ch" forName="balance_22" refType="w" fact="0.9"/>
        <dgm:constr type="h" for="ch" forName="balance_22" refType="h" fact="0.076"/>
        <dgm:constr type="b" for="ch" forName="balance_22" refType="h" fact="0.81"/>
        <dgm:constr type="ctrX" for="ch" forName="balance_22" refType="w" fact="0.5"/>
        <dgm:constr type="w" for="ch" forName="balance_23" refType="w"/>
        <dgm:constr type="h" for="ch" forName="balance_23" refType="h" fact="0.157"/>
        <dgm:constr type="b" for="ch" forName="balance_23" refType="h" fact="0.85"/>
        <dgm:constr type="ctrX" for="ch" forName="balance_23" refType="w" fact="0.5"/>
        <dgm:constr type="w" for="ch" forName="balance_24" refType="w"/>
        <dgm:constr type="h" for="ch" forName="balance_24" refType="h" fact="0.157"/>
        <dgm:constr type="b" for="ch" forName="balance_24" refType="h" fact="0.85"/>
        <dgm:constr type="ctrX" for="ch" forName="balance_24" refType="w" fact="0.5"/>
        <dgm:constr type="w" for="ch" forName="balance_30" refType="w"/>
        <dgm:constr type="h" for="ch" forName="balance_30" refType="h" fact="0.157"/>
        <dgm:constr type="b" for="ch" forName="balance_30" refType="h" fact="0.85"/>
        <dgm:constr type="ctrX" for="ch" forName="balance_30" refType="w" fact="0.5"/>
        <dgm:constr type="w" for="ch" forName="balance_31" refType="w"/>
        <dgm:constr type="h" for="ch" forName="balance_31" refType="h" fact="0.157"/>
        <dgm:constr type="b" for="ch" forName="balance_31" refType="h" fact="0.85"/>
        <dgm:constr type="ctrX" for="ch" forName="balance_31" refType="w" fact="0.5"/>
        <dgm:constr type="w" for="ch" forName="balance_32" refType="w"/>
        <dgm:constr type="h" for="ch" forName="balance_32" refType="h" fact="0.157"/>
        <dgm:constr type="b" for="ch" forName="balance_32" refType="h" fact="0.85"/>
        <dgm:constr type="ctrX" for="ch" forName="balance_32" refType="w" fact="0.5"/>
        <dgm:constr type="w" for="ch" forName="balance_33" refType="w" fact="0.9"/>
        <dgm:constr type="h" for="ch" forName="balance_33" refType="h" fact="0.076"/>
        <dgm:constr type="b" for="ch" forName="balance_33" refType="h" fact="0.81"/>
        <dgm:constr type="ctrX" for="ch" forName="balance_33" refType="w" fact="0.5"/>
        <dgm:constr type="w" for="ch" forName="balance_34" refType="w"/>
        <dgm:constr type="h" for="ch" forName="balance_34" refType="h" fact="0.157"/>
        <dgm:constr type="b" for="ch" forName="balance_34" refType="h" fact="0.85"/>
        <dgm:constr type="ctrX" for="ch" forName="balance_34" refType="w" fact="0.5"/>
        <dgm:constr type="w" for="ch" forName="balance_40" refType="w"/>
        <dgm:constr type="h" for="ch" forName="balance_40" refType="h" fact="0.157"/>
        <dgm:constr type="b" for="ch" forName="balance_40" refType="h" fact="0.85"/>
        <dgm:constr type="ctrX" for="ch" forName="balance_40" refType="w" fact="0.5"/>
        <dgm:constr type="w" for="ch" forName="balance_41" refType="w"/>
        <dgm:constr type="h" for="ch" forName="balance_41" refType="h" fact="0.157"/>
        <dgm:constr type="b" for="ch" forName="balance_41" refType="h" fact="0.85"/>
        <dgm:constr type="ctrX" for="ch" forName="balance_41" refType="w" fact="0.5"/>
        <dgm:constr type="w" for="ch" forName="balance_42" refType="w"/>
        <dgm:constr type="h" for="ch" forName="balance_42" refType="h" fact="0.157"/>
        <dgm:constr type="b" for="ch" forName="balance_42" refType="h" fact="0.85"/>
        <dgm:constr type="ctrX" for="ch" forName="balance_42" refType="w" fact="0.5"/>
        <dgm:constr type="w" for="ch" forName="balance_43" refType="w"/>
        <dgm:constr type="h" for="ch" forName="balance_43" refType="h" fact="0.157"/>
        <dgm:constr type="b" for="ch" forName="balance_43" refType="h" fact="0.85"/>
        <dgm:constr type="ctrX" for="ch" forName="balance_43" refType="w" fact="0.5"/>
        <dgm:constr type="w" for="ch" forName="balance_44" refType="w" fact="0.9"/>
        <dgm:constr type="h" for="ch" forName="balance_44" refType="h" fact="0.076"/>
        <dgm:constr type="b" for="ch" forName="balance_44" refType="h" fact="0.81"/>
        <dgm:constr type="ctrX" for="ch" forName="balance_44" refType="w" fact="0.5"/>
        <dgm:constr type="w" for="ch" forName="right_01_1" refType="w" fact="0.4"/>
        <dgm:constr type="h" for="ch" forName="right_01_1" refType="h" fact="0.7"/>
        <dgm:constr type="b" for="ch" forName="right_01_1" refType="h" fact="0.76"/>
        <dgm:constr type="ctrX" for="ch" forName="right_01_1" refType="w" fact="0.78"/>
        <dgm:constr type="w" for="ch" forName="left_10_1" refType="w" fact="0.4"/>
        <dgm:constr type="h" for="ch" forName="left_10_1" refType="h" fact="0.7"/>
        <dgm:constr type="b" for="ch" forName="left_10_1" refType="h" fact="0.76"/>
        <dgm:constr type="ctrX" for="ch" forName="left_10_1" refType="w" fact="0.22"/>
        <dgm:constr type="w" for="ch" forName="right_11_1" refType="w" fact="0.36"/>
        <dgm:constr type="h" for="ch" forName="right_11_1" refType="h" fact="0.67"/>
        <dgm:constr type="b" for="ch" forName="right_11_1" refType="h" fact="0.725"/>
        <dgm:constr type="ctrX" for="ch" forName="right_11_1" refType="w" fact="0.76"/>
        <dgm:constr type="w" for="ch" forName="left_11_1" refType="w" fact="0.36"/>
        <dgm:constr type="h" for="ch" forName="left_11_1" refType="h" fact="0.67"/>
        <dgm:constr type="b" for="ch" forName="left_11_1" refType="h" fact="0.725"/>
        <dgm:constr type="ctrX" for="ch" forName="left_11_1" refType="w" fact="0.24"/>
        <dgm:constr type="w" for="ch" forName="right_02_1" refType="w" fact="0.388"/>
        <dgm:constr type="h" for="ch" forName="right_02_1" refType="h" fact="0.36"/>
        <dgm:constr type="b" for="ch" forName="right_02_1" refType="h" fact="0.76"/>
        <dgm:constr type="ctrX" for="ch" forName="right_02_1" refType="w" fact="0.77"/>
        <dgm:constr type="w" for="ch" forName="right_02_2" refType="w" fact="0.388"/>
        <dgm:constr type="h" for="ch" forName="right_02_2" refType="h" fact="0.36"/>
        <dgm:constr type="b" for="ch" forName="right_02_2" refType="h" fact="0.42"/>
        <dgm:constr type="ctrX" for="ch" forName="right_02_2" refType="w" fact="0.79"/>
        <dgm:constr type="w" for="ch" forName="left_20_1" refType="w" fact="0.388"/>
        <dgm:constr type="h" for="ch" forName="left_20_1" refType="h" fact="0.36"/>
        <dgm:constr type="b" for="ch" forName="left_20_1" refType="h" fact="0.76"/>
        <dgm:constr type="ctrX" for="ch" forName="left_20_1" refType="w" fact="0.23"/>
        <dgm:constr type="w" for="ch" forName="left_20_2" refType="w" fact="0.388"/>
        <dgm:constr type="h" for="ch" forName="left_20_2" refType="h" fact="0.36"/>
        <dgm:constr type="b" for="ch" forName="left_20_2" refType="h" fact="0.42"/>
        <dgm:constr type="ctrX" for="ch" forName="left_20_2" refType="w" fact="0.21"/>
        <dgm:constr type="w" for="ch" forName="right_12_1" refType="w" fact="0.388"/>
        <dgm:constr type="h" for="ch" forName="right_12_1" refType="h" fact="0.36"/>
        <dgm:constr type="b" for="ch" forName="right_12_1" refType="h" fact="0.76"/>
        <dgm:constr type="ctrX" for="ch" forName="right_12_1" refType="w" fact="0.77"/>
        <dgm:constr type="w" for="ch" forName="right_12_2" refType="w" fact="0.388"/>
        <dgm:constr type="h" for="ch" forName="right_12_2" refType="h" fact="0.36"/>
        <dgm:constr type="b" for="ch" forName="right_12_2" refType="h" fact="0.42"/>
        <dgm:constr type="ctrX" for="ch" forName="right_12_2" refType="w" fact="0.79"/>
        <dgm:constr type="w" for="ch" forName="left_12_1" refType="w" fact="0.388"/>
        <dgm:constr type="h" for="ch" forName="left_12_1" refType="h" fact="0.36"/>
        <dgm:constr type="b" for="ch" forName="left_12_1" refType="h" fact="0.715"/>
        <dgm:constr type="ctrX" for="ch" forName="left_12_1" refType="w" fact="0.255"/>
        <dgm:constr type="w" for="ch" forName="right_22_1" refType="w" fact="0.36"/>
        <dgm:constr type="h" for="ch" forName="right_22_1" refType="h" fact="0.32"/>
        <dgm:constr type="b" for="ch" forName="right_22_1" refType="h" fact="0.725"/>
        <dgm:constr type="ctrX" for="ch" forName="right_22_1" refType="w" fact="0.76"/>
        <dgm:constr type="w" for="ch" forName="right_22_2" refType="w" fact="0.36"/>
        <dgm:constr type="h" for="ch" forName="right_22_2" refType="h" fact="0.32"/>
        <dgm:constr type="b" for="ch" forName="right_22_2" refType="h" fact="0.39"/>
        <dgm:constr type="ctrX" for="ch" forName="right_22_2" refType="w" fact="0.76"/>
        <dgm:constr type="w" for="ch" forName="left_22_1" refType="w" fact="0.36"/>
        <dgm:constr type="h" for="ch" forName="left_22_1" refType="h" fact="0.32"/>
        <dgm:constr type="b" for="ch" forName="left_22_1" refType="h" fact="0.725"/>
        <dgm:constr type="ctrX" for="ch" forName="left_22_1" refType="w" fact="0.24"/>
        <dgm:constr type="w" for="ch" forName="left_22_2" refType="w" fact="0.36"/>
        <dgm:constr type="h" for="ch" forName="left_22_2" refType="h" fact="0.32"/>
        <dgm:constr type="b" for="ch" forName="left_22_2" refType="h" fact="0.39"/>
        <dgm:constr type="ctrX" for="ch" forName="left_22_2" refType="w" fact="0.24"/>
        <dgm:constr type="w" for="ch" forName="left_21_1" refType="w" fact="0.388"/>
        <dgm:constr type="h" for="ch" forName="left_21_1" refType="h" fact="0.36"/>
        <dgm:constr type="b" for="ch" forName="left_21_1" refType="h" fact="0.76"/>
        <dgm:constr type="ctrX" for="ch" forName="left_21_1" refType="w" fact="0.23"/>
        <dgm:constr type="w" for="ch" forName="left_21_2" refType="w" fact="0.388"/>
        <dgm:constr type="h" for="ch" forName="left_21_2" refType="h" fact="0.36"/>
        <dgm:constr type="b" for="ch" forName="left_21_2" refType="h" fact="0.42"/>
        <dgm:constr type="ctrX" for="ch" forName="left_21_2" refType="w" fact="0.21"/>
        <dgm:constr type="w" for="ch" forName="right_21_1" refType="w" fact="0.388"/>
        <dgm:constr type="h" for="ch" forName="right_21_1" refType="h" fact="0.36"/>
        <dgm:constr type="b" for="ch" forName="right_21_1" refType="h" fact="0.715"/>
        <dgm:constr type="ctrX" for="ch" forName="right_21_1" refType="w" fact="0.745"/>
        <dgm:constr type="w" for="ch" forName="right_03_1" refType="w" fact="0.37"/>
        <dgm:constr type="h" for="ch" forName="right_03_1" refType="h" fact="0.24"/>
        <dgm:constr type="b" for="ch" forName="right_03_1" refType="h" fact="0.76"/>
        <dgm:constr type="ctrX" for="ch" forName="right_03_1" refType="w" fact="0.77"/>
        <dgm:constr type="w" for="ch" forName="right_03_2" refType="w" fact="0.37"/>
        <dgm:constr type="h" for="ch" forName="right_03_2" refType="h" fact="0.24"/>
        <dgm:constr type="b" for="ch" forName="right_03_2" refType="h" fact="0.535"/>
        <dgm:constr type="ctrX" for="ch" forName="right_03_2" refType="w" fact="0.783"/>
        <dgm:constr type="w" for="ch" forName="right_03_3" refType="w" fact="0.37"/>
        <dgm:constr type="h" for="ch" forName="right_03_3" refType="h" fact="0.24"/>
        <dgm:constr type="b" for="ch" forName="right_03_3" refType="h" fact="0.315"/>
        <dgm:constr type="ctrX" for="ch" forName="right_03_3" refType="w" fact="0.796"/>
        <dgm:constr type="w" for="ch" forName="left_30_1" refType="w" fact="0.37"/>
        <dgm:constr type="h" for="ch" forName="left_30_1" refType="h" fact="0.24"/>
        <dgm:constr type="b" for="ch" forName="left_30_1" refType="h" fact="0.76"/>
        <dgm:constr type="ctrX" for="ch" forName="left_30_1" refType="w" fact="0.23"/>
        <dgm:constr type="w" for="ch" forName="left_30_2" refType="w" fact="0.37"/>
        <dgm:constr type="h" for="ch" forName="left_30_2" refType="h" fact="0.24"/>
        <dgm:constr type="b" for="ch" forName="left_30_2" refType="h" fact="0.535"/>
        <dgm:constr type="ctrX" for="ch" forName="left_30_2" refType="w" fact="0.217"/>
        <dgm:constr type="w" for="ch" forName="left_30_3" refType="w" fact="0.37"/>
        <dgm:constr type="h" for="ch" forName="left_30_3" refType="h" fact="0.24"/>
        <dgm:constr type="b" for="ch" forName="left_30_3" refType="h" fact="0.315"/>
        <dgm:constr type="ctrX" for="ch" forName="left_30_3" refType="w" fact="0.204"/>
        <dgm:constr type="w" for="ch" forName="right_13_1" refType="w" fact="0.37"/>
        <dgm:constr type="h" for="ch" forName="right_13_1" refType="h" fact="0.24"/>
        <dgm:constr type="b" for="ch" forName="right_13_1" refType="h" fact="0.76"/>
        <dgm:constr type="ctrX" for="ch" forName="right_13_1" refType="w" fact="0.77"/>
        <dgm:constr type="w" for="ch" forName="right_13_2" refType="w" fact="0.37"/>
        <dgm:constr type="h" for="ch" forName="right_13_2" refType="h" fact="0.24"/>
        <dgm:constr type="b" for="ch" forName="right_13_2" refType="h" fact="0.535"/>
        <dgm:constr type="ctrX" for="ch" forName="right_13_2" refType="w" fact="0.783"/>
        <dgm:constr type="w" for="ch" forName="right_13_3" refType="w" fact="0.37"/>
        <dgm:constr type="h" for="ch" forName="right_13_3" refType="h" fact="0.24"/>
        <dgm:constr type="b" for="ch" forName="right_13_3" refType="h" fact="0.315"/>
        <dgm:constr type="ctrX" for="ch" forName="right_13_3" refType="w" fact="0.796"/>
        <dgm:constr type="w" for="ch" forName="left_13_1" refType="w" fact="0.37"/>
        <dgm:constr type="h" for="ch" forName="left_13_1" refType="h" fact="0.24"/>
        <dgm:constr type="b" for="ch" forName="left_13_1" refType="h" fact="0.715"/>
        <dgm:constr type="ctrX" for="ch" forName="left_13_1" refType="w" fact="0.255"/>
        <dgm:constr type="w" for="ch" forName="left_31_1" refType="w" fact="0.37"/>
        <dgm:constr type="h" for="ch" forName="left_31_1" refType="h" fact="0.24"/>
        <dgm:constr type="b" for="ch" forName="left_31_1" refType="h" fact="0.76"/>
        <dgm:constr type="ctrX" for="ch" forName="left_31_1" refType="w" fact="0.23"/>
        <dgm:constr type="w" for="ch" forName="left_31_2" refType="w" fact="0.37"/>
        <dgm:constr type="h" for="ch" forName="left_31_2" refType="h" fact="0.24"/>
        <dgm:constr type="b" for="ch" forName="left_31_2" refType="h" fact="0.535"/>
        <dgm:constr type="ctrX" for="ch" forName="left_31_2" refType="w" fact="0.217"/>
        <dgm:constr type="w" for="ch" forName="left_31_3" refType="w" fact="0.37"/>
        <dgm:constr type="h" for="ch" forName="left_31_3" refType="h" fact="0.24"/>
        <dgm:constr type="b" for="ch" forName="left_31_3" refType="h" fact="0.315"/>
        <dgm:constr type="ctrX" for="ch" forName="left_31_3" refType="w" fact="0.204"/>
        <dgm:constr type="w" for="ch" forName="right_31_1" refType="w" fact="0.37"/>
        <dgm:constr type="h" for="ch" forName="right_31_1" refType="h" fact="0.24"/>
        <dgm:constr type="b" for="ch" forName="right_31_1" refType="h" fact="0.715"/>
        <dgm:constr type="ctrX" for="ch" forName="right_31_1" refType="w" fact="0.745"/>
        <dgm:constr type="w" for="ch" forName="right_23_1" refType="w" fact="0.37"/>
        <dgm:constr type="h" for="ch" forName="right_23_1" refType="h" fact="0.24"/>
        <dgm:constr type="b" for="ch" forName="right_23_1" refType="h" fact="0.76"/>
        <dgm:constr type="ctrX" for="ch" forName="right_23_1" refType="w" fact="0.77"/>
        <dgm:constr type="w" for="ch" forName="right_23_2" refType="w" fact="0.37"/>
        <dgm:constr type="h" for="ch" forName="right_23_2" refType="h" fact="0.24"/>
        <dgm:constr type="b" for="ch" forName="right_23_2" refType="h" fact="0.535"/>
        <dgm:constr type="ctrX" for="ch" forName="right_23_2" refType="w" fact="0.783"/>
        <dgm:constr type="w" for="ch" forName="right_23_3" refType="w" fact="0.37"/>
        <dgm:constr type="h" for="ch" forName="right_23_3" refType="h" fact="0.24"/>
        <dgm:constr type="b" for="ch" forName="right_23_3" refType="h" fact="0.315"/>
        <dgm:constr type="ctrX" for="ch" forName="right_23_3" refType="w" fact="0.796"/>
        <dgm:constr type="w" for="ch" forName="left_23_1" refType="w" fact="0.37"/>
        <dgm:constr type="h" for="ch" forName="left_23_1" refType="h" fact="0.24"/>
        <dgm:constr type="b" for="ch" forName="left_23_1" refType="h" fact="0.715"/>
        <dgm:constr type="ctrX" for="ch" forName="left_23_1" refType="w" fact="0.255"/>
        <dgm:constr type="w" for="ch" forName="left_23_2" refType="w" fact="0.37"/>
        <dgm:constr type="h" for="ch" forName="left_23_2" refType="h" fact="0.24"/>
        <dgm:constr type="b" for="ch" forName="left_23_2" refType="h" fact="0.49"/>
        <dgm:constr type="ctrX" for="ch" forName="left_23_2" refType="w" fact="0.268"/>
        <dgm:constr type="w" for="ch" forName="left_32_1" refType="w" fact="0.37"/>
        <dgm:constr type="h" for="ch" forName="left_32_1" refType="h" fact="0.24"/>
        <dgm:constr type="b" for="ch" forName="left_32_1" refType="h" fact="0.76"/>
        <dgm:constr type="ctrX" for="ch" forName="left_32_1" refType="w" fact="0.23"/>
        <dgm:constr type="w" for="ch" forName="left_32_2" refType="w" fact="0.37"/>
        <dgm:constr type="h" for="ch" forName="left_32_2" refType="h" fact="0.24"/>
        <dgm:constr type="b" for="ch" forName="left_32_2" refType="h" fact="0.535"/>
        <dgm:constr type="ctrX" for="ch" forName="left_32_2" refType="w" fact="0.217"/>
        <dgm:constr type="w" for="ch" forName="left_32_3" refType="w" fact="0.37"/>
        <dgm:constr type="h" for="ch" forName="left_32_3" refType="h" fact="0.24"/>
        <dgm:constr type="b" for="ch" forName="left_32_3" refType="h" fact="0.315"/>
        <dgm:constr type="ctrX" for="ch" forName="left_32_3" refType="w" fact="0.204"/>
        <dgm:constr type="w" for="ch" forName="right_32_1" refType="w" fact="0.37"/>
        <dgm:constr type="h" for="ch" forName="right_32_1" refType="h" fact="0.24"/>
        <dgm:constr type="b" for="ch" forName="right_32_1" refType="h" fact="0.715"/>
        <dgm:constr type="ctrX" for="ch" forName="right_32_1" refType="w" fact="0.745"/>
        <dgm:constr type="w" for="ch" forName="right_32_2" refType="w" fact="0.37"/>
        <dgm:constr type="h" for="ch" forName="right_32_2" refType="h" fact="0.24"/>
        <dgm:constr type="b" for="ch" forName="right_32_2" refType="h" fact="0.49"/>
        <dgm:constr type="ctrX" for="ch" forName="right_32_2" refType="w" fact="0.732"/>
        <dgm:constr type="w" for="ch" forName="right_33_1" refType="w" fact="0.36"/>
        <dgm:constr type="h" for="ch" forName="right_33_1" refType="h" fact="0.21"/>
        <dgm:constr type="b" for="ch" forName="right_33_1" refType="h" fact="0.725"/>
        <dgm:constr type="ctrX" for="ch" forName="right_33_1" refType="w" fact="0.76"/>
        <dgm:constr type="w" for="ch" forName="right_33_2" refType="w" fact="0.36"/>
        <dgm:constr type="h" for="ch" forName="right_33_2" refType="h" fact="0.21"/>
        <dgm:constr type="b" for="ch" forName="right_33_2" refType="h" fact="0.5"/>
        <dgm:constr type="ctrX" for="ch" forName="right_33_2" refType="w" fact="0.76"/>
        <dgm:constr type="w" for="ch" forName="right_33_3" refType="w" fact="0.36"/>
        <dgm:constr type="h" for="ch" forName="right_33_3" refType="h" fact="0.21"/>
        <dgm:constr type="b" for="ch" forName="right_33_3" refType="h" fact="0.275"/>
        <dgm:constr type="ctrX" for="ch" forName="right_33_3" refType="w" fact="0.76"/>
        <dgm:constr type="w" for="ch" forName="left_33_1" refType="w" fact="0.36"/>
        <dgm:constr type="h" for="ch" forName="left_33_1" refType="h" fact="0.21"/>
        <dgm:constr type="b" for="ch" forName="left_33_1" refType="h" fact="0.725"/>
        <dgm:constr type="ctrX" for="ch" forName="left_33_1" refType="w" fact="0.24"/>
        <dgm:constr type="w" for="ch" forName="left_33_2" refType="w" fact="0.36"/>
        <dgm:constr type="h" for="ch" forName="left_33_2" refType="h" fact="0.21"/>
        <dgm:constr type="b" for="ch" forName="left_33_2" refType="h" fact="0.5"/>
        <dgm:constr type="ctrX" for="ch" forName="left_33_2" refType="w" fact="0.24"/>
        <dgm:constr type="w" for="ch" forName="left_33_3" refType="w" fact="0.36"/>
        <dgm:constr type="h" for="ch" forName="left_33_3" refType="h" fact="0.21"/>
        <dgm:constr type="b" for="ch" forName="left_33_3" refType="h" fact="0.275"/>
        <dgm:constr type="ctrX" for="ch" forName="left_33_3" refType="w" fact="0.24"/>
        <dgm:constr type="w" for="ch" forName="right_04_1" refType="w" fact="0.365"/>
        <dgm:constr type="h" for="ch" forName="right_04_1" refType="h" fact="0.185"/>
        <dgm:constr type="b" for="ch" forName="right_04_1" refType="h" fact="0.76"/>
        <dgm:constr type="ctrX" for="ch" forName="right_04_1" refType="w" fact="0.77"/>
        <dgm:constr type="w" for="ch" forName="right_04_2" refType="w" fact="0.365"/>
        <dgm:constr type="h" for="ch" forName="right_04_2" refType="h" fact="0.185"/>
        <dgm:constr type="b" for="ch" forName="right_04_2" refType="h" fact="0.595"/>
        <dgm:constr type="ctrX" for="ch" forName="right_04_2" refType="w" fact="0.78"/>
        <dgm:constr type="w" for="ch" forName="right_04_3" refType="w" fact="0.365"/>
        <dgm:constr type="h" for="ch" forName="right_04_3" refType="h" fact="0.185"/>
        <dgm:constr type="b" for="ch" forName="right_04_3" refType="h" fact="0.43"/>
        <dgm:constr type="ctrX" for="ch" forName="right_04_3" refType="w" fact="0.79"/>
        <dgm:constr type="w" for="ch" forName="right_04_4" refType="w" fact="0.365"/>
        <dgm:constr type="h" for="ch" forName="right_04_4" refType="h" fact="0.185"/>
        <dgm:constr type="b" for="ch" forName="right_04_4" refType="h" fact="0.265"/>
        <dgm:constr type="ctrX" for="ch" forName="right_04_4" refType="w" fact="0.8"/>
        <dgm:constr type="w" for="ch" forName="left_40_1" refType="w" fact="0.365"/>
        <dgm:constr type="h" for="ch" forName="left_40_1" refType="h" fact="0.185"/>
        <dgm:constr type="b" for="ch" forName="left_40_1" refType="h" fact="0.76"/>
        <dgm:constr type="ctrX" for="ch" forName="left_40_1" refType="w" fact="0.23"/>
        <dgm:constr type="w" for="ch" forName="left_40_2" refType="w" fact="0.365"/>
        <dgm:constr type="h" for="ch" forName="left_40_2" refType="h" fact="0.185"/>
        <dgm:constr type="b" for="ch" forName="left_40_2" refType="h" fact="0.595"/>
        <dgm:constr type="ctrX" for="ch" forName="left_40_2" refType="w" fact="0.22"/>
        <dgm:constr type="w" for="ch" forName="left_40_3" refType="w" fact="0.365"/>
        <dgm:constr type="h" for="ch" forName="left_40_3" refType="h" fact="0.185"/>
        <dgm:constr type="b" for="ch" forName="left_40_3" refType="h" fact="0.43"/>
        <dgm:constr type="ctrX" for="ch" forName="left_40_3" refType="w" fact="0.21"/>
        <dgm:constr type="w" for="ch" forName="left_40_4" refType="w" fact="0.365"/>
        <dgm:constr type="h" for="ch" forName="left_40_4" refType="h" fact="0.185"/>
        <dgm:constr type="b" for="ch" forName="left_40_4" refType="h" fact="0.265"/>
        <dgm:constr type="ctrX" for="ch" forName="left_40_4" refType="w" fact="0.2"/>
        <dgm:constr type="w" for="ch" forName="right_14_1" refType="w" fact="0.365"/>
        <dgm:constr type="h" for="ch" forName="right_14_1" refType="h" fact="0.185"/>
        <dgm:constr type="b" for="ch" forName="right_14_1" refType="h" fact="0.76"/>
        <dgm:constr type="ctrX" for="ch" forName="right_14_1" refType="w" fact="0.77"/>
        <dgm:constr type="w" for="ch" forName="right_14_2" refType="w" fact="0.365"/>
        <dgm:constr type="h" for="ch" forName="right_14_2" refType="h" fact="0.185"/>
        <dgm:constr type="b" for="ch" forName="right_14_2" refType="h" fact="0.595"/>
        <dgm:constr type="ctrX" for="ch" forName="right_14_2" refType="w" fact="0.78"/>
        <dgm:constr type="w" for="ch" forName="right_14_3" refType="w" fact="0.365"/>
        <dgm:constr type="h" for="ch" forName="right_14_3" refType="h" fact="0.185"/>
        <dgm:constr type="b" for="ch" forName="right_14_3" refType="h" fact="0.43"/>
        <dgm:constr type="ctrX" for="ch" forName="right_14_3" refType="w" fact="0.79"/>
        <dgm:constr type="w" for="ch" forName="right_14_4" refType="w" fact="0.365"/>
        <dgm:constr type="h" for="ch" forName="right_14_4" refType="h" fact="0.185"/>
        <dgm:constr type="b" for="ch" forName="right_14_4" refType="h" fact="0.265"/>
        <dgm:constr type="ctrX" for="ch" forName="right_14_4" refType="w" fact="0.8"/>
        <dgm:constr type="w" for="ch" forName="left_14_1" refType="w" fact="0.365"/>
        <dgm:constr type="h" for="ch" forName="left_14_1" refType="h" fact="0.185"/>
        <dgm:constr type="b" for="ch" forName="left_14_1" refType="h" fact="0.715"/>
        <dgm:constr type="ctrX" for="ch" forName="left_14_1" refType="w" fact="0.25"/>
        <dgm:constr type="w" for="ch" forName="left_41_1" refType="w" fact="0.365"/>
        <dgm:constr type="h" for="ch" forName="left_41_1" refType="h" fact="0.185"/>
        <dgm:constr type="b" for="ch" forName="left_41_1" refType="h" fact="0.76"/>
        <dgm:constr type="ctrX" for="ch" forName="left_41_1" refType="w" fact="0.23"/>
        <dgm:constr type="w" for="ch" forName="left_41_2" refType="w" fact="0.365"/>
        <dgm:constr type="h" for="ch" forName="left_41_2" refType="h" fact="0.185"/>
        <dgm:constr type="b" for="ch" forName="left_41_2" refType="h" fact="0.595"/>
        <dgm:constr type="ctrX" for="ch" forName="left_41_2" refType="w" fact="0.22"/>
        <dgm:constr type="w" for="ch" forName="left_41_3" refType="w" fact="0.365"/>
        <dgm:constr type="h" for="ch" forName="left_41_3" refType="h" fact="0.185"/>
        <dgm:constr type="b" for="ch" forName="left_41_3" refType="h" fact="0.43"/>
        <dgm:constr type="ctrX" for="ch" forName="left_41_3" refType="w" fact="0.21"/>
        <dgm:constr type="w" for="ch" forName="left_41_4" refType="w" fact="0.365"/>
        <dgm:constr type="h" for="ch" forName="left_41_4" refType="h" fact="0.185"/>
        <dgm:constr type="b" for="ch" forName="left_41_4" refType="h" fact="0.265"/>
        <dgm:constr type="ctrX" for="ch" forName="left_41_4" refType="w" fact="0.2"/>
        <dgm:constr type="w" for="ch" forName="right_41_1" refType="w" fact="0.365"/>
        <dgm:constr type="h" for="ch" forName="right_41_1" refType="h" fact="0.185"/>
        <dgm:constr type="b" for="ch" forName="right_41_1" refType="h" fact="0.715"/>
        <dgm:constr type="ctrX" for="ch" forName="right_41_1" refType="w" fact="0.75"/>
        <dgm:constr type="w" for="ch" forName="right_24_1" refType="w" fact="0.365"/>
        <dgm:constr type="h" for="ch" forName="right_24_1" refType="h" fact="0.185"/>
        <dgm:constr type="b" for="ch" forName="right_24_1" refType="h" fact="0.76"/>
        <dgm:constr type="ctrX" for="ch" forName="right_24_1" refType="w" fact="0.77"/>
        <dgm:constr type="w" for="ch" forName="right_24_2" refType="w" fact="0.365"/>
        <dgm:constr type="h" for="ch" forName="right_24_2" refType="h" fact="0.185"/>
        <dgm:constr type="b" for="ch" forName="right_24_2" refType="h" fact="0.595"/>
        <dgm:constr type="ctrX" for="ch" forName="right_24_2" refType="w" fact="0.78"/>
        <dgm:constr type="w" for="ch" forName="right_24_3" refType="w" fact="0.365"/>
        <dgm:constr type="h" for="ch" forName="right_24_3" refType="h" fact="0.185"/>
        <dgm:constr type="b" for="ch" forName="right_24_3" refType="h" fact="0.43"/>
        <dgm:constr type="ctrX" for="ch" forName="right_24_3" refType="w" fact="0.79"/>
        <dgm:constr type="w" for="ch" forName="right_24_4" refType="w" fact="0.365"/>
        <dgm:constr type="h" for="ch" forName="right_24_4" refType="h" fact="0.185"/>
        <dgm:constr type="b" for="ch" forName="right_24_4" refType="h" fact="0.265"/>
        <dgm:constr type="ctrX" for="ch" forName="right_24_4" refType="w" fact="0.8"/>
        <dgm:constr type="w" for="ch" forName="left_24_1" refType="w" fact="0.365"/>
        <dgm:constr type="h" for="ch" forName="left_24_1" refType="h" fact="0.185"/>
        <dgm:constr type="b" for="ch" forName="left_24_1" refType="h" fact="0.715"/>
        <dgm:constr type="ctrX" for="ch" forName="left_24_1" refType="w" fact="0.25"/>
        <dgm:constr type="w" for="ch" forName="left_24_2" refType="w" fact="0.365"/>
        <dgm:constr type="h" for="ch" forName="left_24_2" refType="h" fact="0.185"/>
        <dgm:constr type="b" for="ch" forName="left_24_2" refType="h" fact="0.55"/>
        <dgm:constr type="ctrX" for="ch" forName="left_24_2" refType="w" fact="0.26"/>
        <dgm:constr type="w" for="ch" forName="left_42_1" refType="w" fact="0.365"/>
        <dgm:constr type="h" for="ch" forName="left_42_1" refType="h" fact="0.185"/>
        <dgm:constr type="b" for="ch" forName="left_42_1" refType="h" fact="0.76"/>
        <dgm:constr type="ctrX" for="ch" forName="left_42_1" refType="w" fact="0.23"/>
        <dgm:constr type="w" for="ch" forName="left_42_2" refType="w" fact="0.365"/>
        <dgm:constr type="h" for="ch" forName="left_42_2" refType="h" fact="0.185"/>
        <dgm:constr type="b" for="ch" forName="left_42_2" refType="h" fact="0.595"/>
        <dgm:constr type="ctrX" for="ch" forName="left_42_2" refType="w" fact="0.22"/>
        <dgm:constr type="w" for="ch" forName="left_42_3" refType="w" fact="0.365"/>
        <dgm:constr type="h" for="ch" forName="left_42_3" refType="h" fact="0.185"/>
        <dgm:constr type="b" for="ch" forName="left_42_3" refType="h" fact="0.43"/>
        <dgm:constr type="ctrX" for="ch" forName="left_42_3" refType="w" fact="0.21"/>
        <dgm:constr type="w" for="ch" forName="left_42_4" refType="w" fact="0.365"/>
        <dgm:constr type="h" for="ch" forName="left_42_4" refType="h" fact="0.185"/>
        <dgm:constr type="b" for="ch" forName="left_42_4" refType="h" fact="0.265"/>
        <dgm:constr type="ctrX" for="ch" forName="left_42_4" refType="w" fact="0.2"/>
        <dgm:constr type="w" for="ch" forName="right_42_1" refType="w" fact="0.365"/>
        <dgm:constr type="h" for="ch" forName="right_42_1" refType="h" fact="0.185"/>
        <dgm:constr type="b" for="ch" forName="right_42_1" refType="h" fact="0.715"/>
        <dgm:constr type="ctrX" for="ch" forName="right_42_1" refType="w" fact="0.75"/>
        <dgm:constr type="w" for="ch" forName="right_42_2" refType="w" fact="0.365"/>
        <dgm:constr type="h" for="ch" forName="right_42_2" refType="h" fact="0.185"/>
        <dgm:constr type="b" for="ch" forName="right_42_2" refType="h" fact="0.55"/>
        <dgm:constr type="ctrX" for="ch" forName="right_42_2" refType="w" fact="0.74"/>
        <dgm:constr type="w" for="ch" forName="right_34_1" refType="w" fact="0.365"/>
        <dgm:constr type="h" for="ch" forName="right_34_1" refType="h" fact="0.185"/>
        <dgm:constr type="b" for="ch" forName="right_34_1" refType="h" fact="0.76"/>
        <dgm:constr type="ctrX" for="ch" forName="right_34_1" refType="w" fact="0.77"/>
        <dgm:constr type="w" for="ch" forName="right_34_2" refType="w" fact="0.365"/>
        <dgm:constr type="h" for="ch" forName="right_34_2" refType="h" fact="0.185"/>
        <dgm:constr type="b" for="ch" forName="right_34_2" refType="h" fact="0.595"/>
        <dgm:constr type="ctrX" for="ch" forName="right_34_2" refType="w" fact="0.78"/>
        <dgm:constr type="w" for="ch" forName="right_34_3" refType="w" fact="0.365"/>
        <dgm:constr type="h" for="ch" forName="right_34_3" refType="h" fact="0.185"/>
        <dgm:constr type="b" for="ch" forName="right_34_3" refType="h" fact="0.43"/>
        <dgm:constr type="ctrX" for="ch" forName="right_34_3" refType="w" fact="0.79"/>
        <dgm:constr type="w" for="ch" forName="right_34_4" refType="w" fact="0.365"/>
        <dgm:constr type="h" for="ch" forName="right_34_4" refType="h" fact="0.185"/>
        <dgm:constr type="b" for="ch" forName="right_34_4" refType="h" fact="0.265"/>
        <dgm:constr type="ctrX" for="ch" forName="right_34_4" refType="w" fact="0.8"/>
        <dgm:constr type="w" for="ch" forName="left_34_1" refType="w" fact="0.365"/>
        <dgm:constr type="h" for="ch" forName="left_34_1" refType="h" fact="0.185"/>
        <dgm:constr type="b" for="ch" forName="left_34_1" refType="h" fact="0.715"/>
        <dgm:constr type="ctrX" for="ch" forName="left_34_1" refType="w" fact="0.25"/>
        <dgm:constr type="w" for="ch" forName="left_34_2" refType="w" fact="0.365"/>
        <dgm:constr type="h" for="ch" forName="left_34_2" refType="h" fact="0.185"/>
        <dgm:constr type="b" for="ch" forName="left_34_2" refType="h" fact="0.55"/>
        <dgm:constr type="ctrX" for="ch" forName="left_34_2" refType="w" fact="0.26"/>
        <dgm:constr type="w" for="ch" forName="left_34_3" refType="w" fact="0.365"/>
        <dgm:constr type="h" for="ch" forName="left_34_3" refType="h" fact="0.185"/>
        <dgm:constr type="b" for="ch" forName="left_34_3" refType="h" fact="0.385"/>
        <dgm:constr type="ctrX" for="ch" forName="left_34_3" refType="w" fact="0.27"/>
        <dgm:constr type="w" for="ch" forName="left_43_1" refType="w" fact="0.365"/>
        <dgm:constr type="h" for="ch" forName="left_43_1" refType="h" fact="0.185"/>
        <dgm:constr type="b" for="ch" forName="left_43_1" refType="h" fact="0.76"/>
        <dgm:constr type="ctrX" for="ch" forName="left_43_1" refType="w" fact="0.23"/>
        <dgm:constr type="w" for="ch" forName="left_43_2" refType="w" fact="0.365"/>
        <dgm:constr type="h" for="ch" forName="left_43_2" refType="h" fact="0.185"/>
        <dgm:constr type="b" for="ch" forName="left_43_2" refType="h" fact="0.595"/>
        <dgm:constr type="ctrX" for="ch" forName="left_43_2" refType="w" fact="0.22"/>
        <dgm:constr type="w" for="ch" forName="left_43_3" refType="w" fact="0.365"/>
        <dgm:constr type="h" for="ch" forName="left_43_3" refType="h" fact="0.185"/>
        <dgm:constr type="b" for="ch" forName="left_43_3" refType="h" fact="0.43"/>
        <dgm:constr type="ctrX" for="ch" forName="left_43_3" refType="w" fact="0.21"/>
        <dgm:constr type="w" for="ch" forName="left_43_4" refType="w" fact="0.365"/>
        <dgm:constr type="h" for="ch" forName="left_43_4" refType="h" fact="0.185"/>
        <dgm:constr type="b" for="ch" forName="left_43_4" refType="h" fact="0.265"/>
        <dgm:constr type="ctrX" for="ch" forName="left_43_4" refType="w" fact="0.2"/>
        <dgm:constr type="w" for="ch" forName="right_43_1" refType="w" fact="0.365"/>
        <dgm:constr type="h" for="ch" forName="right_43_1" refType="h" fact="0.185"/>
        <dgm:constr type="b" for="ch" forName="right_43_1" refType="h" fact="0.715"/>
        <dgm:constr type="ctrX" for="ch" forName="right_43_1" refType="w" fact="0.75"/>
        <dgm:constr type="w" for="ch" forName="right_43_2" refType="w" fact="0.365"/>
        <dgm:constr type="h" for="ch" forName="right_43_2" refType="h" fact="0.185"/>
        <dgm:constr type="b" for="ch" forName="right_43_2" refType="h" fact="0.55"/>
        <dgm:constr type="ctrX" for="ch" forName="right_43_2" refType="w" fact="0.74"/>
        <dgm:constr type="w" for="ch" forName="right_43_3" refType="w" fact="0.365"/>
        <dgm:constr type="h" for="ch" forName="right_43_3" refType="h" fact="0.185"/>
        <dgm:constr type="b" for="ch" forName="right_43_3" refType="h" fact="0.385"/>
        <dgm:constr type="ctrX" for="ch" forName="right_43_3" refType="w" fact="0.73"/>
        <dgm:constr type="w" for="ch" forName="right_44_1" refType="w" fact="0.36"/>
        <dgm:constr type="h" for="ch" forName="right_44_1" refType="h" fact="0.154"/>
        <dgm:constr type="b" for="ch" forName="right_44_1" refType="h" fact="0.725"/>
        <dgm:constr type="ctrX" for="ch" forName="right_44_1" refType="w" fact="0.76"/>
        <dgm:constr type="w" for="ch" forName="right_44_2" refType="w" fact="0.36"/>
        <dgm:constr type="h" for="ch" forName="right_44_2" refType="h" fact="0.154"/>
        <dgm:constr type="b" for="ch" forName="right_44_2" refType="h" fact="0.559"/>
        <dgm:constr type="ctrX" for="ch" forName="right_44_2" refType="w" fact="0.76"/>
        <dgm:constr type="w" for="ch" forName="right_44_3" refType="w" fact="0.36"/>
        <dgm:constr type="h" for="ch" forName="right_44_3" refType="h" fact="0.154"/>
        <dgm:constr type="b" for="ch" forName="right_44_3" refType="h" fact="0.393"/>
        <dgm:constr type="ctrX" for="ch" forName="right_44_3" refType="w" fact="0.76"/>
        <dgm:constr type="w" for="ch" forName="right_44_4" refType="w" fact="0.36"/>
        <dgm:constr type="h" for="ch" forName="right_44_4" refType="h" fact="0.154"/>
        <dgm:constr type="b" for="ch" forName="right_44_4" refType="h" fact="0.224"/>
        <dgm:constr type="ctrX" for="ch" forName="right_44_4" refType="w" fact="0.76"/>
        <dgm:constr type="w" for="ch" forName="left_44_1" refType="w" fact="0.36"/>
        <dgm:constr type="h" for="ch" forName="left_44_1" refType="h" fact="0.154"/>
        <dgm:constr type="b" for="ch" forName="left_44_1" refType="h" fact="0.725"/>
        <dgm:constr type="ctrX" for="ch" forName="left_44_1" refType="w" fact="0.24"/>
        <dgm:constr type="w" for="ch" forName="left_44_2" refType="w" fact="0.36"/>
        <dgm:constr type="h" for="ch" forName="left_44_2" refType="h" fact="0.154"/>
        <dgm:constr type="b" for="ch" forName="left_44_2" refType="h" fact="0.559"/>
        <dgm:constr type="ctrX" for="ch" forName="left_44_2" refType="w" fact="0.24"/>
        <dgm:constr type="w" for="ch" forName="left_44_3" refType="w" fact="0.36"/>
        <dgm:constr type="h" for="ch" forName="left_44_3" refType="h" fact="0.154"/>
        <dgm:constr type="b" for="ch" forName="left_44_3" refType="h" fact="0.393"/>
        <dgm:constr type="ctrX" for="ch" forName="left_44_3" refType="w" fact="0.24"/>
        <dgm:constr type="w" for="ch" forName="left_44_4" refType="w" fact="0.36"/>
        <dgm:constr type="h" for="ch" forName="left_44_4" refType="h" fact="0.154"/>
        <dgm:constr type="b" for="ch" forName="left_44_4" refType="h" fact="0.224"/>
        <dgm:constr type="ctrX" for="ch" forName="left_44_4" refType="w" fact="0.24"/>
      </dgm:constrLst>
      <dgm:ruleLst/>
      <dgm:layoutNode name="dummyMaxCanvas_ChildArea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fulcrum" styleLbl="alignAccFollowNode1">
        <dgm:alg type="sp"/>
        <dgm:shape xmlns:r="http://schemas.openxmlformats.org/officeDocument/2006/relationships" type="triangle" r:blip="">
          <dgm:adjLst/>
        </dgm:shape>
        <dgm:presOf/>
        <dgm:constrLst/>
        <dgm:ruleLst/>
      </dgm:layoutNode>
      <dgm:choose name="Name0">
        <dgm:if name="Name1" axis="ch ch" ptType="node node" st="1 1" cnt="1 0" func="cnt" op="equ" val="0">
          <dgm:choose name="Name2">
            <dgm:if name="Name3" axis="ch ch" ptType="node node" st="2 1" cnt="1 0" func="cnt" op="equ" val="0">
              <dgm:layoutNode name="balance_00" styleLbl="alignAccFollowNode1">
                <dgm:varLst>
                  <dgm:bulletEnabled val="1"/>
                </dgm:varLst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  <dgm:ruleLst/>
              </dgm:layoutNode>
            </dgm:if>
            <dgm:else name="Name4">
              <dgm:choose name="Name5">
                <dgm:if name="Name6" axis="ch ch" ptType="node node" st="2 1" cnt="1 0" func="cnt" op="equ" val="1">
                  <dgm:layoutNode name="balance_01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4" type="rect" r:blip="">
                      <dgm:adjLst/>
                    </dgm:shape>
                    <dgm:presOf/>
                    <dgm:constrLst/>
                    <dgm:ruleLst/>
                  </dgm:layoutNode>
                  <dgm:layoutNode name="right_01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4" type="roundRect" r:blip="">
                      <dgm:adjLst/>
                    </dgm:shape>
                    <dgm:presOf axis="ch ch desOrSelf" ptType="node node node" st="2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7">
                  <dgm:choose name="Name8">
                    <dgm:if name="Name9" axis="ch ch" ptType="node node" st="2 1" cnt="1 0" func="cnt" op="equ" val="2">
                      <dgm:layoutNode name="balance_02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right_02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02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4" type="roundRect" r:blip="">
                          <dgm:adjLst/>
                        </dgm:shape>
                        <dgm:presOf axis="ch ch desOrSelf" ptType="node node node" st="2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10">
                      <dgm:choose name="Name11">
                        <dgm:if name="Name12" axis="ch ch" ptType="node node" st="2 1" cnt="1 0" func="cnt" op="equ" val="3">
                          <dgm:layoutNode name="balance_03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03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03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13">
                          <dgm:choose name="Name14">
                            <dgm:if name="Name15" axis="ch ch" ptType="node node" st="2 1" cnt="1 0" func="cnt" op="gte" val="4">
                              <dgm:layoutNode name="balance_04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04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04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16"/>
                          </dgm:choose>
                        </dgm:else>
                      </dgm:choose>
                    </dgm:else>
                  </dgm:choose>
                </dgm:else>
              </dgm:choose>
            </dgm:else>
          </dgm:choose>
        </dgm:if>
        <dgm:else name="Name17">
          <dgm:choose name="Name18">
            <dgm:if name="Name19" axis="ch ch" ptType="node node" st="1 1" cnt="1 0" func="cnt" op="equ" val="1">
              <dgm:choose name="Name20">
                <dgm:if name="Name21" axis="ch ch" ptType="node node" st="2 1" cnt="1 0" func="cnt" op="equ" val="0">
                  <dgm:layoutNode name="balance_10" styleLbl="alignAccFollowNode1">
                    <dgm:varLst>
                      <dgm:bulletEnabled val="1"/>
                    </dgm:varLst>
                    <dgm:alg type="sp"/>
                    <dgm:shape xmlns:r="http://schemas.openxmlformats.org/officeDocument/2006/relationships" rot="-4" type="rect" r:blip="">
                      <dgm:adjLst/>
                    </dgm:shape>
                    <dgm:presOf/>
                    <dgm:constrLst/>
                    <dgm:ruleLst/>
                  </dgm:layoutNode>
                  <dgm:layoutNode name="left_10_1" styleLbl="node1">
                    <dgm:varLst>
                      <dgm:bulletEnabled val="1"/>
                    </dgm:varLst>
                    <dgm:alg type="tx"/>
                    <dgm:shape xmlns:r="http://schemas.openxmlformats.org/officeDocument/2006/relationships" rot="-4" type="roundRect" r:blip="">
                      <dgm:adjLst/>
                    </dgm:shape>
                    <dgm:presOf axis="ch ch desOrSelf" ptType="node node node" st="1 1 1" cnt="1 1 0"/>
                    <dgm:constrLst>
                      <dgm:constr type="lMarg" refType="primFontSz" fact="0.3"/>
                      <dgm:constr type="rMarg" refType="primFontSz" fact="0.3"/>
                      <dgm:constr type="tMarg" refType="primFontSz" fact="0.3"/>
                      <dgm:constr type="bMarg" refType="primFontSz" fact="0.3"/>
                    </dgm:constrLst>
                    <dgm:ruleLst>
                      <dgm:rule type="primFontSz" val="5" fact="NaN" max="NaN"/>
                    </dgm:ruleLst>
                  </dgm:layoutNode>
                </dgm:if>
                <dgm:else name="Name22">
                  <dgm:choose name="Name23">
                    <dgm:if name="Name24" axis="ch ch" ptType="node node" st="2 1" cnt="1 0" func="cnt" op="equ" val="1">
                      <dgm:layoutNode name="balance_11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right_11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ch ch desOrSelf" ptType="node node node" st="2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25">
                      <dgm:choose name="Name26">
                        <dgm:if name="Name27" axis="ch ch" ptType="node node" st="2 1" cnt="1 0" func="cnt" op="equ" val="2">
                          <dgm:layoutNode name="balance_12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righ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12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2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12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28">
                          <dgm:choose name="Name29">
                            <dgm:if name="Name30" axis="ch ch" ptType="node node" st="2 1" cnt="1 0" func="cnt" op="equ" val="3">
                              <dgm:layoutNode name="balance_13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13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2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13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31">
                              <dgm:choose name="Name32">
                                <dgm:if name="Name33" axis="ch ch" ptType="node node" st="2 1" cnt="1 0" func="cnt" op="gte" val="4">
                                  <dgm:layoutNode name="balance_14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14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14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34"/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else>
              </dgm:choose>
            </dgm:if>
            <dgm:else name="Name35">
              <dgm:choose name="Name36">
                <dgm:if name="Name37" axis="ch ch" ptType="node node" st="1 1" cnt="1 0" func="cnt" op="equ" val="2">
                  <dgm:choose name="Name38">
                    <dgm:if name="Name39" axis="ch ch" ptType="node node" st="2 1" cnt="1 0" func="cnt" op="equ" val="0">
                      <dgm:layoutNode name="balance_20" styleLbl="alignAccFollowNode1">
                        <dgm:varLst>
                          <dgm:bulletEnabled val="1"/>
                        </dgm:varLst>
                        <dgm:alg type="sp"/>
                        <dgm:shape xmlns:r="http://schemas.openxmlformats.org/officeDocument/2006/relationships" rot="-4" type="rect" r:blip="">
                          <dgm:adjLst/>
                        </dgm:shape>
                        <dgm:presOf/>
                        <dgm:constrLst/>
                        <dgm:ruleLst/>
                      </dgm:layoutNode>
                      <dgm:layoutNode name="left_20_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1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left_20_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rot="-4" type="roundRect" r:blip="">
                          <dgm:adjLst/>
                        </dgm:shape>
                        <dgm:presOf axis="ch ch desOrSelf" ptType="node node node" st="1 2 1" cnt="1 1 0"/>
                        <dgm:constrLst>
                          <dgm:constr type="lMarg" refType="primFontSz" fact="0.3"/>
                          <dgm:constr type="rMarg" refType="primFontSz" fact="0.3"/>
                          <dgm:constr type="tMarg" refType="primFontSz" fact="0.3"/>
                          <dgm:constr type="b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</dgm:if>
                    <dgm:else name="Name40">
                      <dgm:choose name="Name41">
                        <dgm:if name="Name42" axis="ch ch" ptType="node node" st="2 1" cnt="1 0" func="cnt" op="equ" val="1">
                          <dgm:layoutNode name="balance_21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21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right_21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2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43">
                          <dgm:choose name="Name44">
                            <dgm:if name="Name45" axis="ch ch" ptType="node node" st="2 1" cnt="1 0" func="cnt" op="equ" val="2">
                              <dgm:layoutNode name="balance_22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righ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2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22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46">
                              <dgm:choose name="Name47">
                                <dgm:if name="Name48" axis="ch ch" ptType="node node" st="2 1" cnt="1 0" func="cnt" op="equ" val="3">
                                  <dgm:layoutNode name="balance_23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righ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23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2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23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49">
                                  <dgm:choose name="Name50">
                                    <dgm:if name="Name51" axis="ch ch" ptType="node node" st="2 1" cnt="1 0" func="cnt" op="gte" val="4">
                                      <dgm:layoutNode name="balance_24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24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2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24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52"/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else>
                  </dgm:choose>
                </dgm:if>
                <dgm:else name="Name53">
                  <dgm:choose name="Name54">
                    <dgm:if name="Name55" axis="ch ch" ptType="node node" st="1 1" cnt="1 0" func="cnt" op="equ" val="3">
                      <dgm:choose name="Name56">
                        <dgm:if name="Name57" axis="ch ch" ptType="node node" st="2 1" cnt="1 0" func="cnt" op="equ" val="0">
                          <dgm:layoutNode name="balance_30" styleLbl="alignAccFollowNode1">
                            <dgm:varLst>
                              <dgm:bulletEnabled val="1"/>
                            </dgm:varLst>
                            <dgm:alg type="sp"/>
                            <dgm:shape xmlns:r="http://schemas.openxmlformats.org/officeDocument/2006/relationships" rot="-4" type="rect" r:blip="">
                              <dgm:adjLst/>
                            </dgm:shape>
                            <dgm:presOf/>
                            <dgm:constrLst/>
                            <dgm:ruleLst/>
                          </dgm:layoutNode>
                          <dgm:layoutNode name="left_30_1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1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2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2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layoutNode name="left_30_3" styleLbl="node1">
                            <dgm:varLst>
                              <dgm:bulletEnabled val="1"/>
                            </dgm:varLst>
                            <dgm:alg type="tx"/>
                            <dgm:shape xmlns:r="http://schemas.openxmlformats.org/officeDocument/2006/relationships" rot="-4" type="roundRect" r:blip="">
                              <dgm:adjLst/>
                            </dgm:shape>
                            <dgm:presOf axis="ch ch desOrSelf" ptType="node node node" st="1 3 1" cnt="1 1 0"/>
                            <dgm:constrLst>
                              <dgm:constr type="lMarg" refType="primFontSz" fact="0.3"/>
                              <dgm:constr type="rMarg" refType="primFontSz" fact="0.3"/>
                              <dgm:constr type="tMarg" refType="primFontSz" fact="0.3"/>
                              <dgm:constr type="b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if>
                        <dgm:else name="Name58">
                          <dgm:choose name="Name59">
                            <dgm:if name="Name60" axis="ch ch" ptType="node node" st="2 1" cnt="1 0" func="cnt" op="equ" val="1">
                              <dgm:layoutNode name="balance_31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31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right_31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2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61">
                              <dgm:choose name="Name62">
                                <dgm:if name="Name63" axis="ch ch" ptType="node node" st="2 1" cnt="1 0" func="cnt" op="equ" val="2">
                                  <dgm:layoutNode name="balance_32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32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32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64">
                                  <dgm:choose name="Name65">
                                    <dgm:if name="Name66" axis="ch ch" ptType="node node" st="2 1" cnt="1 0" func="cnt" op="equ" val="3">
                                      <dgm:layoutNode name="balance_33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righ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2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33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67">
                                      <dgm:choose name="Name68">
                                        <dgm:if name="Name69" axis="ch ch" ptType="node node" st="2 1" cnt="1 0" func="cnt" op="gte" val="4">
                                          <dgm:layoutNode name="balance_34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righ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34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2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34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70"/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71">
                      <dgm:choose name="Name72">
                        <dgm:if name="Name73" axis="ch ch" ptType="node node" st="1 1" cnt="1 0" func="cnt" op="gte" val="4">
                          <dgm:choose name="Name74">
                            <dgm:if name="Name75" axis="ch ch" ptType="node node" st="2 1" cnt="1 0" func="cnt" op="equ" val="0">
                              <dgm:layoutNode name="balance_40" styleLbl="alignAccFollowNode1">
                                <dgm:varLst>
                                  <dgm:bulletEnabled val="1"/>
                                </dgm:varLst>
                                <dgm:alg type="sp"/>
                                <dgm:shape xmlns:r="http://schemas.openxmlformats.org/officeDocument/2006/relationships" rot="-4" type="rect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  <dgm:layoutNode name="left_40_1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1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2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2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3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3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  <dgm:layoutNode name="left_40_4" styleLbl="node1">
                                <dgm:varLst>
                                  <dgm:bulletEnabled val="1"/>
                                </dgm:varLst>
                                <dgm:alg type="tx"/>
                                <dgm:shape xmlns:r="http://schemas.openxmlformats.org/officeDocument/2006/relationships" rot="-4" type="roundRect" r:blip="">
                                  <dgm:adjLst/>
                                </dgm:shape>
                                <dgm:presOf axis="ch ch desOrSelf" ptType="node node node" st="1 4 1" cnt="1 1 0"/>
                                <dgm:constrLst>
                                  <dgm:constr type="lMarg" refType="primFontSz" fact="0.3"/>
                                  <dgm:constr type="rMarg" refType="primFontSz" fact="0.3"/>
                                  <dgm:constr type="tMarg" refType="primFontSz" fact="0.3"/>
                                  <dgm:constr type="bMarg" refType="primFontSz" fact="0.3"/>
                                </dgm:constrLst>
                                <dgm:ruleLst>
                                  <dgm:rule type="primFontSz" val="5" fact="NaN" max="NaN"/>
                                </dgm:ruleLst>
                              </dgm:layoutNode>
                            </dgm:if>
                            <dgm:else name="Name76">
                              <dgm:choose name="Name77">
                                <dgm:if name="Name78" axis="ch ch" ptType="node node" st="2 1" cnt="1 0" func="cnt" op="equ" val="1">
                                  <dgm:layoutNode name="balance_41" styleLbl="alignAccFollowNode1">
                                    <dgm:varLst>
                                      <dgm:bulletEnabled val="1"/>
                                    </dgm:varLst>
                                    <dgm:alg type="sp"/>
                                    <dgm:shape xmlns:r="http://schemas.openxmlformats.org/officeDocument/2006/relationships" rot="-4" type="rect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</dgm:layoutNode>
                                  <dgm:layoutNode name="lef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2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2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3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3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left_41_4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1 4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  <dgm:layoutNode name="right_41_1" styleLbl="node1">
                                    <dgm:varLst>
                                      <dgm:bulletEnabled val="1"/>
                                    </dgm:varLst>
                                    <dgm:alg type="tx"/>
                                    <dgm:shape xmlns:r="http://schemas.openxmlformats.org/officeDocument/2006/relationships" rot="-4" type="roundRect" r:blip="">
                                      <dgm:adjLst/>
                                    </dgm:shape>
                                    <dgm:presOf axis="ch ch desOrSelf" ptType="node node node" st="2 1 1" cnt="1 1 0"/>
                                    <dgm:constrLst>
                                      <dgm:constr type="lMarg" refType="primFontSz" fact="0.3"/>
                                      <dgm:constr type="rMarg" refType="primFontSz" fact="0.3"/>
                                      <dgm:constr type="tMarg" refType="primFontSz" fact="0.3"/>
                                      <dgm:constr type="bMarg" refType="primFontSz" fact="0.3"/>
                                    </dgm:constrLst>
                                    <dgm:ruleLst>
                                      <dgm:rule type="primFontSz" val="5" fact="NaN" max="NaN"/>
                                    </dgm:ruleLst>
                                  </dgm:layoutNode>
                                </dgm:if>
                                <dgm:else name="Name79">
                                  <dgm:choose name="Name80">
                                    <dgm:if name="Name81" axis="ch ch" ptType="node node" st="2 1" cnt="1 0" func="cnt" op="equ" val="2">
                                      <dgm:layoutNode name="balance_42" styleLbl="alignAccFollowNode1">
                                        <dgm:varLst>
                                          <dgm:bulletEnabled val="1"/>
                                        </dgm:varLst>
                                        <dgm:alg type="sp"/>
                                        <dgm:shape xmlns:r="http://schemas.openxmlformats.org/officeDocument/2006/relationships" rot="-4" type="rect" r:blip="">
                                          <dgm:adjLst/>
                                        </dgm:shape>
                                        <dgm:presOf/>
                                        <dgm:constrLst/>
                                        <dgm:ruleLst/>
                                      </dgm:layoutNode>
                                      <dgm:layoutNode name="lef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3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3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left_42_4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1 4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1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1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  <dgm:layoutNode name="right_42_2" styleLbl="node1">
                                        <dgm:varLst>
                                          <dgm:bulletEnabled val="1"/>
                                        </dgm:varLst>
                                        <dgm:alg type="tx"/>
                                        <dgm:shape xmlns:r="http://schemas.openxmlformats.org/officeDocument/2006/relationships" rot="-4" type="roundRect" r:blip="">
                                          <dgm:adjLst/>
                                        </dgm:shape>
                                        <dgm:presOf axis="ch ch desOrSelf" ptType="node node node" st="2 2 1" cnt="1 1 0"/>
                                        <dgm:constrLst>
                                          <dgm:constr type="lMarg" refType="primFontSz" fact="0.3"/>
                                          <dgm:constr type="rMarg" refType="primFontSz" fact="0.3"/>
                                          <dgm:constr type="tMarg" refType="primFontSz" fact="0.3"/>
                                          <dgm:constr type="bMarg" refType="primFontSz" fact="0.3"/>
                                        </dgm:constrLst>
                                        <dgm:ruleLst>
                                          <dgm:rule type="primFontSz" val="5" fact="NaN" max="NaN"/>
                                        </dgm:ruleLst>
                                      </dgm:layoutNode>
                                    </dgm:if>
                                    <dgm:else name="Name82">
                                      <dgm:choose name="Name83">
                                        <dgm:if name="Name84" axis="ch ch" ptType="node node" st="2 1" cnt="1 0" func="cnt" op="equ" val="3">
                                          <dgm:layoutNode name="balance_43" styleLbl="alignAccFollowNode1">
                                            <dgm:varLst>
                                              <dgm:bulletEnabled val="1"/>
                                            </dgm:varLst>
                                            <dgm:alg type="sp"/>
                                            <dgm:shape xmlns:r="http://schemas.openxmlformats.org/officeDocument/2006/relationships" rot="-4" type="rect" r:blip="">
                                              <dgm:adjLst/>
                                            </dgm:shape>
                                            <dgm:presOf/>
                                            <dgm:constrLst/>
                                            <dgm:ruleLst/>
                                          </dgm:layoutNode>
                                          <dgm:layoutNode name="lef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left_43_4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1 4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1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1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2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2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  <dgm:layoutNode name="right_43_3" styleLbl="node1">
                                            <dgm:varLst>
                                              <dgm:bulletEnabled val="1"/>
                                            </dgm:varLst>
                                            <dgm:alg type="tx"/>
                                            <dgm:shape xmlns:r="http://schemas.openxmlformats.org/officeDocument/2006/relationships" rot="-4" type="roundRect" r:blip="">
                                              <dgm:adjLst/>
                                            </dgm:shape>
                                            <dgm:presOf axis="ch ch desOrSelf" ptType="node node node" st="2 3 1" cnt="1 1 0"/>
                                            <dgm:constrLst>
                                              <dgm:constr type="lMarg" refType="primFontSz" fact="0.3"/>
                                              <dgm:constr type="rMarg" refType="primFontSz" fact="0.3"/>
                                              <dgm:constr type="tMarg" refType="primFontSz" fact="0.3"/>
                                              <dgm:constr type="bMarg" refType="primFontSz" fact="0.3"/>
                                            </dgm:constrLst>
                                            <dgm:ruleLst>
                                              <dgm:rule type="primFontSz" val="5" fact="NaN" max="NaN"/>
                                            </dgm:ruleLst>
                                          </dgm:layoutNode>
                                        </dgm:if>
                                        <dgm:else name="Name85">
                                          <dgm:choose name="Name86">
                                            <dgm:if name="Name87" axis="ch ch" ptType="node node" st="2 1" cnt="1 0" func="cnt" op="gte" val="4">
                                              <dgm:layoutNode name="balance_44" styleLbl="alignAccFollowNode1">
                                                <dgm:varLst>
                                                  <dgm:bulletEnabled val="1"/>
                                                </dgm:varLst>
                                                <dgm:alg type="sp"/>
                                                <dgm:shape xmlns:r="http://schemas.openxmlformats.org/officeDocument/2006/relationships" type="rect" r:blip="">
                                                  <dgm:adjLst/>
                                                </dgm:shape>
                                                <dgm:presOf/>
                                                <dgm:constrLst/>
                                                <dgm:ruleLst/>
                                              </dgm:layoutNode>
                                              <dgm:layoutNode name="righ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righ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2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1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1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2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2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3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3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  <dgm:layoutNode name="left_44_4" styleLbl="node1">
                                                <dgm:varLst>
                                                  <dgm:bulletEnabled val="1"/>
                                                </dgm:varLst>
                                                <dgm:alg type="tx"/>
                                                <dgm:shape xmlns:r="http://schemas.openxmlformats.org/officeDocument/2006/relationships" type="roundRect" r:blip="">
                                                  <dgm:adjLst/>
                                                </dgm:shape>
                                                <dgm:presOf axis="ch ch desOrSelf" ptType="node node node" st="1 4 1" cnt="1 1 0"/>
                                                <dgm:constrLst>
                                                  <dgm:constr type="lMarg" refType="primFontSz" fact="0.3"/>
                                                  <dgm:constr type="rMarg" refType="primFontSz" fact="0.3"/>
                                                  <dgm:constr type="tMarg" refType="primFontSz" fact="0.3"/>
                                                  <dgm:constr type="bMarg" refType="primFontSz" fact="0.3"/>
                                                </dgm:constrLst>
                                                <dgm:ruleLst>
                                                  <dgm:rule type="primFontSz" val="5" fact="NaN" max="NaN"/>
                                                </dgm:ruleLst>
                                              </dgm:layoutNode>
                                            </dgm:if>
                                            <dgm:else name="Name88"/>
                                          </dgm:choose>
                                        </dgm:else>
                                      </dgm:choose>
                                    </dgm:else>
                                  </dgm:choose>
                                </dgm:else>
                              </dgm:choose>
                            </dgm:else>
                          </dgm:choose>
                        </dgm:if>
                        <dgm:else name="Name89"/>
                      </dgm:choose>
                    </dgm:else>
                  </dgm:choose>
                </dgm:else>
              </dgm:choose>
            </dgm:else>
          </dgm:choose>
        </dgm:else>
      </dgm:choose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723E7-3D25-7A0D-5617-53A3CF71A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629C73-B1B7-B58F-607F-59A40BC6E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0DC3E6-0305-3B37-2313-DE11D114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EFDB6-9BFD-44C5-2468-64D8B58B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CE842-7DD3-8C15-F550-45BECCD4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02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3380C-0FB1-7877-28F4-35DAC1BB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76567F-2C60-B00D-07E5-E3503915C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2593CA-ECCC-BDC9-1BB8-F24F6236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3D50E6-0C58-F4CA-0CF8-A74AE856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1663C3-131C-CA13-595E-E934A72B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655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491F4-AF08-ED01-0602-99220D398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BE8441-BD08-D89B-680D-3DD553322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B9E5-D6BE-A9A4-84B4-615D7DF06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2CB03-61FF-19C9-0D3F-C8C7496BA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4E0E8C-B1C3-5DC2-3F38-06CB0A1DE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39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5C52C-A8E4-88F6-628D-31EB20C15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2A5E0-94A7-29D7-A908-9E365409F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E268CB-2395-BB11-E775-62C02CC25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3D755A-220D-13EE-31DC-A0612D60D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A35864-E195-5451-5DD4-C39F43148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136F64-F87A-A1A6-7BF0-D9EF8721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30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CA2CB-5887-E18C-364A-DA14D4B57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C79A81-0004-A90D-FBE5-2B118542D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24C6F6-FEE7-D892-69D5-C829C27C6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9184391-FE40-0666-7D05-ABF8CF5E4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F2A43D-67E8-AD9A-AE8A-87D1F1883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292E19-0DD6-7457-1F84-F1C2AF37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2197FF9-57B0-CF3C-E07B-1274F738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CAC6850-0BB8-7E1B-4F2C-2A5F8D6A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463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C1B82-4D1F-3CD7-AF6D-86E09008C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DAE845-6DCD-D6B0-727D-F6854A29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C9161E5-29C6-34C6-F278-804CCA9E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DD1C828-6862-6C24-6EF7-12B3471B0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7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DA52567-7146-9649-36EC-D925913A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F993BD-83D4-1FB8-0FF4-8A0611825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867051-DEE6-A4EA-CAEF-17DC5497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18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F104F-E38B-58BF-D302-4704F651F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16BAE-3422-14E2-A45B-F709E729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5653D2-5D62-5B38-798D-3435A7057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3AC186-F119-7300-D8BE-01EDF04D1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A98159-BF7D-924A-0A81-75D54CCB9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4BD326-BC49-0DB0-8948-2794BB46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326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06EC7-C709-55D4-BF12-65358C227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96E9C2E-E2CB-09FC-6BF8-830280A205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1287A-8DB0-49A1-3754-492A009F7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56B726-690F-939C-7E22-D5D4D453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CDA3BE-5FD5-0A8B-470A-735B8713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763FD7-CC3A-EAB5-7C6D-3F98F0DC1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986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64046-2C33-4315-A85A-3BC2B66A7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43E772-CD08-B149-9085-6112AB0E3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D10D39-AA15-4EC9-1541-071C371B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0F8533-5923-5B32-498F-8083C4AF5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7F23A-E688-5C7D-DD71-56C1F2235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588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5600A75-5D34-1F28-7D00-CBEAF88E5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28CD4-88BE-65B5-1F3E-400E135A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19F64-5792-A6F8-73A0-41E152CF8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ABABEE-43DA-453A-E47E-10F71BA3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0A930-469A-B76D-DCE7-F2FE4FA7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321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DE88A90-245D-D8A8-26BD-AA7EC88D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5739E8-8698-9C3D-8CFC-80E6DEE5A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0D4979-7A0A-5FEE-93E4-592FF4FC1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B6859-CA17-41EA-A049-B8168B46D315}" type="datetimeFigureOut">
              <a:rPr lang="ko-KR" altLang="en-US" smtClean="0"/>
              <a:t>2026-03-29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3A84F-E7A8-2B60-41F9-62A75F786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FF596-EBA6-9C2E-BEF7-1A9E06B13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65912D-1C3C-4CC4-AE1D-455715AC5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26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0297-3965-50DB-1D29-7D7D804F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B1582084-B27F-544B-385E-EBE0E2F47A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18304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36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CD2D8-4CCD-B101-590C-4325EBB0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9167C504-F16A-D780-F82D-4019F4D87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4141750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728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5363-CBEE-16AF-F4EE-335DE09F0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00826B2A-40D8-B8BA-7B41-33665739AA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739823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4982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FC8B9-47B0-97EE-B4A0-415054B64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B5B6BF3F-6FC8-3BFF-7048-0DFBDF55FB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521890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9178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6549-011C-E002-41C2-7E0AFC537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4D3C8BAC-543A-A0DF-D7D1-C95A8D2C7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220650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480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42D28-18FB-493D-CE6C-DE1589BD1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3E8E465F-F416-2D00-C78F-41118F1E48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99976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3793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C6EC9-1DD2-26AF-E838-1BC02DDF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507FBE9D-F0F9-8601-A832-F08275B0A1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481942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420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9AC5A-F7F4-ADFD-9F48-BDFB01E6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22BAD97D-B998-0D32-B173-15B4F69C95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056398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64897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</Words>
  <Application>Microsoft Office PowerPoint</Application>
  <PresentationFormat>와이드스크린</PresentationFormat>
  <Paragraphs>36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이인성</dc:creator>
  <cp:lastModifiedBy>이인성</cp:lastModifiedBy>
  <cp:revision>3</cp:revision>
  <dcterms:created xsi:type="dcterms:W3CDTF">2026-03-28T17:55:23Z</dcterms:created>
  <dcterms:modified xsi:type="dcterms:W3CDTF">2026-03-28T18:18:11Z</dcterms:modified>
</cp:coreProperties>
</file>